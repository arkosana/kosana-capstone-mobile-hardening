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7.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26.xml" ContentType="application/vnd.openxmlformats-officedocument.presentationml.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3.xml" ContentType="application/vnd.openxmlformats-officedocument.presentationml.notesSlide+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Layouts/slideLayout14.xml" ContentType="application/vnd.openxmlformats-officedocument.presentationml.slideLayout+xml"/>
  <Override PartName="/ppt/notesSlides/notesSlide26.xml" ContentType="application/vnd.openxmlformats-officedocument.presentationml.notesSlide+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s/slide15.xml" ContentType="application/vnd.openxmlformats-officedocument.presentationml.slide+xml"/>
  <Override PartName="/ppt/slideLayouts/slideLayout16.xml" ContentType="application/vnd.openxmlformats-officedocument.presentationml.slideLayout+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s/slide16.xml" ContentType="application/vnd.openxmlformats-officedocument.presentationml.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3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notesMaster" Target="notesMasters/notesMaster1.xml"/><Relationship Id="rId32" Type="http://schemas.openxmlformats.org/officeDocument/2006/relationships/presProps" Target="presProps.xml" /><Relationship Id="rId33" Type="http://schemas.openxmlformats.org/officeDocument/2006/relationships/tableStyles" Target="tableStyles.xml" /><Relationship Id="rId3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1775691610" name="Google Shape;3;n"/>
          <p:cNvSpPr txBox="1"/>
          <p:nvPr>
            <p:ph type="hdr" idx="2"/>
          </p:nvPr>
        </p:nvSpPr>
        <p:spPr bwMode="auto">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688745227" name="Google Shape;4;n"/>
          <p:cNvSpPr txBox="1"/>
          <p:nvPr>
            <p:ph type="dt" idx="10"/>
          </p:nvPr>
        </p:nvSpPr>
        <p:spPr bwMode="auto">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206574430" name="Google Shape;5;n"/>
          <p:cNvSpPr/>
          <p:nvPr>
            <p:ph type="sldImg" idx="3"/>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315277" name="Google Shape;6;n"/>
          <p:cNvSpPr txBox="1"/>
          <p:nvPr>
            <p:ph type="body" idx="1"/>
          </p:nvPr>
        </p:nvSpPr>
        <p:spPr bwMode="auto">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defRPr>
            </a:lvl9pPr>
          </a:lstStyle>
          <a:p>
            <a:pPr>
              <a:defRPr/>
            </a:pPr>
            <a:endParaRPr/>
          </a:p>
        </p:txBody>
      </p:sp>
      <p:sp>
        <p:nvSpPr>
          <p:cNvPr id="996605545" name="Google Shape;7;n"/>
          <p:cNvSpPr txBox="1"/>
          <p:nvPr>
            <p:ph type="ftr" idx="11"/>
          </p:nvPr>
        </p:nvSpPr>
        <p:spPr bwMode="auto">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161960699" name="Google Shape;8;n"/>
          <p:cNvSpPr txBox="1"/>
          <p:nvPr>
            <p:ph type="sldNum" idx="12"/>
          </p:nvPr>
        </p:nvSpPr>
        <p:spPr bwMode="auto">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defRPr/>
            </a:pPr>
            <a:fld id="{00000000-1234-1234-1234-123412341234}" type="slidenum">
              <a:rPr lang="en-IN" sz="1200" b="0" i="0" u="none" strike="noStrike" cap="none">
                <a:solidFill>
                  <a:schemeClr val="dk1"/>
                </a:solidFill>
                <a:latin typeface="Calibri"/>
                <a:ea typeface="Calibri"/>
                <a:cs typeface="Calibri"/>
              </a:rPr>
              <a:t>‹#›</a:t>
            </a:fld>
            <a:endParaRPr sz="1200" b="0" i="0" u="none" strike="noStrike" cap="none">
              <a:solidFill>
                <a:schemeClr val="dk1"/>
              </a:solidFill>
              <a:latin typeface="Calibri"/>
              <a:ea typeface="Calibri"/>
              <a:cs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87441368" name="Google Shape;79;p1:notes"/>
          <p:cNvSpPr txBox="1"/>
          <p:nvPr>
            <p:ph type="body" idx="1"/>
          </p:nvPr>
        </p:nvSpPr>
        <p:spPr bwMode="auto">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578455148" name="Google Shape;80;p1: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38231249" name="Google Shape;88;p2:notes"/>
          <p:cNvSpPr txBox="1"/>
          <p:nvPr>
            <p:ph type="body" idx="1"/>
          </p:nvPr>
        </p:nvSpPr>
        <p:spPr bwMode="auto">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509745391" name="Google Shape;89;p2: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59154923" name="Google Shape;94;g39b02fbfcde_0_6: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85148248" name="Google Shape;95;g39b02fbfcde_0_6: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794867497" name="Google Shape;96;g39b02fbfcde_0_6: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26040769" name="Google Shape;101;g39b02fbfcde_0_13: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559010721" name="Google Shape;102;g39b02fbfcde_0_13: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755934951" name="Google Shape;103;g39b02fbfcde_0_13: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92195448" name="Google Shape;108;g39b02fbfcde_1_0: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4051469" name="Google Shape;109;g39b02fbfcde_1_0: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352793539" name="Google Shape;110;g39b02fbfcde_1_0: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5140447" name="Google Shape;115;g39b4d5ef439_0_33: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94506373" name="Google Shape;116;g39b4d5ef439_0_33: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894174128" name="Google Shape;117;g39b4d5ef439_0_33: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defRPr/>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02671425" name="Google Shape;121;g39b3cd7a790_0_12: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061193788" name="Google Shape;122;g39b3cd7a790_0_12: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914964750" name="Google Shape;123;g39b3cd7a790_0_12: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84210382" name="Google Shape;127;g39b4d5ef439_0_43: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09150004" name="Google Shape;128;g39b4d5ef439_0_43: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673828530" name="Google Shape;129;g39b4d5ef439_0_43: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defRPr/>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94923323" name="Google Shape;134;g39b3cd7a790_0_22: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23254855" name="Google Shape;135;g39b3cd7a790_0_22: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569427645" name="Google Shape;136;g39b3cd7a790_0_22: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43974250" name="Google Shape;141;g39b4d5ef439_0_65: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52807323" name="Google Shape;142;g39b4d5ef439_0_65: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291756873" name="Google Shape;143;g39b4d5ef439_0_65: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defRPr/>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17136775" name="Google Shape;147;g39b4d5ef439_0_78: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27819233" name="Google Shape;148;g39b4d5ef439_0_78: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437712443" name="Google Shape;149;g39b4d5ef439_0_78: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82978865" name="Google Shape;153;g39b4d5ef439_0_85: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697843533" name="Google Shape;154;g39b4d5ef439_0_85: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366377191" name="Google Shape;155;g39b4d5ef439_0_85: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15043558" name="Google Shape;159;g39b3cd7a790_0_29: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065382553" name="Google Shape;160;g39b3cd7a790_0_29: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564468004" name="Google Shape;161;g39b3cd7a790_0_29: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37301788" name="Google Shape;166;g39b4d5ef439_0_92: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235240210" name="Google Shape;167;g39b4d5ef439_0_92: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246985123" name="Google Shape;168;g39b4d5ef439_0_92: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67982764" name="Google Shape;172;g39b4d5ef439_0_99: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57143840" name="Google Shape;173;g39b4d5ef439_0_99: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484541048" name="Google Shape;174;g39b4d5ef439_0_99: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90202644" name="Google Shape;178;g39b3cd7a790_0_36: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307395592" name="Google Shape;179;g39b3cd7a790_0_36: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308800980" name="Google Shape;180;g39b3cd7a790_0_36: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53535134" name="Google Shape;185;g39b4d5ef439_0_106: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84999565" name="Google Shape;186;g39b4d5ef439_0_106: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654221836" name="Google Shape;187;g39b4d5ef439_0_106: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50124534" name="Google Shape;191;g39b4d5ef439_0_113: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145990337" name="Google Shape;192;g39b4d5ef439_0_113: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082874416" name="Google Shape;193;g39b4d5ef439_0_113: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92634446" name="Google Shape;198;g39b074ecbb9_0_14: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481798103" name="Google Shape;199;g39b074ecbb9_0_14: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936829398" name="Google Shape;200;g39b074ecbb9_0_14: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75153830" name="Google Shape;205;g39b3cd7a790_0_46: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711205305" name="Google Shape;206;g39b3cd7a790_0_46: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247162005" name="Google Shape;207;g39b3cd7a790_0_46: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96316278" name="Google Shape;212;g39b4d5ef439_0_121: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91299845" name="Google Shape;213;g39b4d5ef439_0_121: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508260693" name="Google Shape;214;g39b4d5ef439_0_121: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55812361" name="Google Shape;218;g39b3cd7a790_0_54: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87952617" name="Google Shape;219;g39b3cd7a790_0_54: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569170518" name="Google Shape;220;g39b3cd7a790_0_54: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7931951" name="Google Shape;225;g39b4d5ef439_0_128: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938979420" name="Google Shape;226;g39b4d5ef439_0_128: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442176849" name="Google Shape;227;g39b4d5ef439_0_128: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99261021" name="Google Shape;231;g39b4d5ef439_0_2: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57819578" name="Google Shape;232;g39b4d5ef439_0_2: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287591503" name="Google Shape;233;g39b4d5ef439_0_2: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88285482" name="Google Shape;238;g39b4d5ef439_0_10: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1663802577" name="Google Shape;239;g39b4d5ef439_0_10: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384143947" name="Google Shape;240;g39b4d5ef439_0_10: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3952603" name="Google Shape;245;g39b4d5ef439_0_19: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819317195" name="Google Shape;246;g39b4d5ef439_0_19: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1029633286" name="Google Shape;247;g39b4d5ef439_0_19: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8387854" name="Google Shape;252;g39b4d5ef439_0_26:notes"/>
          <p:cNvSpPr/>
          <p:nvPr>
            <p:ph type="sldImg" idx="2"/>
          </p:nvPr>
        </p:nvSpPr>
        <p:spPr bwMode="auto">
          <a:xfrm>
            <a:off x="685800" y="1143000"/>
            <a:ext cx="5486400" cy="3086100"/>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
        <p:nvSpPr>
          <p:cNvPr id="2123455066" name="Google Shape;253;g39b4d5ef439_0_26:notes"/>
          <p:cNvSpPr txBox="1"/>
          <p:nvPr>
            <p:ph type="body" idx="1"/>
          </p:nvPr>
        </p:nvSpPr>
        <p:spPr bwMode="auto">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defRPr/>
            </a:pPr>
            <a:endParaRPr/>
          </a:p>
        </p:txBody>
      </p:sp>
      <p:sp>
        <p:nvSpPr>
          <p:cNvPr id="771708191" name="Google Shape;254;g39b4d5ef439_0_26:notes"/>
          <p:cNvSpPr txBox="1"/>
          <p:nvPr>
            <p:ph type="sldNum" idx="12"/>
          </p:nvPr>
        </p:nvSpPr>
        <p:spPr bwMode="auto">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defRPr/>
            </a:pPr>
            <a:fld id="{00000000-1234-1234-1234-123412341234}" type="slidenum">
              <a:rPr lang="en-IN"/>
              <a:t>‹#›</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userDrawn="1">
  <p:cSld name="Title Slide">
    <p:spTree>
      <p:nvGrpSpPr>
        <p:cNvPr id="1" name=""/>
        <p:cNvGrpSpPr/>
        <p:nvPr/>
      </p:nvGrpSpPr>
      <p:grpSpPr bwMode="auto">
        <a:xfrm>
          <a:off x="0" y="0"/>
          <a:ext cx="0" cy="0"/>
          <a:chOff x="0" y="0"/>
          <a:chExt cx="0" cy="0"/>
        </a:xfrm>
      </p:grpSpPr>
      <p:grpSp>
        <p:nvGrpSpPr>
          <p:cNvPr id="1044330379" name="Google Shape;15;p2"/>
          <p:cNvGrpSpPr/>
          <p:nvPr/>
        </p:nvGrpSpPr>
        <p:grpSpPr bwMode="auto">
          <a:xfrm>
            <a:off x="-21770" y="0"/>
            <a:ext cx="12213771" cy="6858000"/>
            <a:chOff x="-21770" y="0"/>
            <a:chExt cx="12213771" cy="6858000"/>
          </a:xfrm>
        </p:grpSpPr>
        <p:pic>
          <p:nvPicPr>
            <p:cNvPr id="16" name="Google Shape;16;p2" descr="Tech Background&quot; Images – Browse 8,227 Stock Photos, Vectors, and Video |  Adobe Stock"/>
            <p:cNvPicPr/>
            <p:nvPr/>
          </p:nvPicPr>
          <p:blipFill rotWithShape="1">
            <a:blip r:embed="rId2">
              <a:alphaModFix/>
            </a:blip>
            <a:srcRect l="2352" t="2332" r="1953" b="1248"/>
            <a:stretch/>
          </p:blipFill>
          <p:spPr bwMode="auto">
            <a:xfrm>
              <a:off x="-21770" y="0"/>
              <a:ext cx="12213771" cy="6858000"/>
            </a:xfrm>
            <a:custGeom>
              <a:avLst/>
              <a:gdLst/>
              <a:ahLst/>
              <a:cxnLst/>
              <a:rect l="l" t="t" r="r" b="b"/>
              <a:pathLst>
                <a:path w="12213771" h="6858000" fill="norm" stroke="1" extrusionOk="0">
                  <a:moveTo>
                    <a:pt x="0" y="0"/>
                  </a:moveTo>
                  <a:lnTo>
                    <a:pt x="12213771" y="0"/>
                  </a:lnTo>
                  <a:lnTo>
                    <a:pt x="12213771" y="6858000"/>
                  </a:lnTo>
                  <a:lnTo>
                    <a:pt x="0" y="6858000"/>
                  </a:lnTo>
                  <a:close/>
                </a:path>
              </a:pathLst>
            </a:custGeom>
            <a:noFill/>
            <a:ln>
              <a:noFill/>
            </a:ln>
          </p:spPr>
        </p:pic>
        <p:pic>
          <p:nvPicPr>
            <p:cNvPr id="17" name="Google Shape;17;p2"/>
            <p:cNvPicPr/>
            <p:nvPr/>
          </p:nvPicPr>
          <p:blipFill rotWithShape="1">
            <a:blip r:embed="rId3">
              <a:alphaModFix/>
            </a:blip>
            <a:srcRect l="0" t="0" r="0" b="0"/>
            <a:stretch/>
          </p:blipFill>
          <p:spPr bwMode="auto">
            <a:xfrm>
              <a:off x="4017793" y="913775"/>
              <a:ext cx="5159490" cy="1423752"/>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Content" preserve="0" showMasterPhAnim="0" showMasterSp="1" userDrawn="1">
  <p:cSld name="Title and Content">
    <p:spTree>
      <p:nvGrpSpPr>
        <p:cNvPr id="1" name=""/>
        <p:cNvGrpSpPr/>
        <p:nvPr/>
      </p:nvGrpSpPr>
      <p:grpSpPr bwMode="auto">
        <a:xfrm>
          <a:off x="0" y="0"/>
          <a:ext cx="0" cy="0"/>
          <a:chOff x="0" y="0"/>
          <a:chExt cx="0" cy="0"/>
        </a:xfrm>
      </p:grpSpPr>
      <p:sp>
        <p:nvSpPr>
          <p:cNvPr id="765792929" name="Google Shape;19;p3"/>
          <p:cNvSpPr txBox="1"/>
          <p:nvPr>
            <p:ph type="title"/>
          </p:nvPr>
        </p:nvSpPr>
        <p:spPr bwMode="auto">
          <a:xfrm>
            <a:off x="678884" y="603666"/>
            <a:ext cx="10834233"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84288392" name="Google Shape;20;p3"/>
          <p:cNvSpPr txBox="1"/>
          <p:nvPr>
            <p:ph type="body" idx="1"/>
          </p:nvPr>
        </p:nvSpPr>
        <p:spPr bwMode="auto">
          <a:xfrm>
            <a:off x="678884" y="1675075"/>
            <a:ext cx="10834233" cy="439806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
    <p:spTree>
      <p:nvGrpSpPr>
        <p:cNvPr id="1" name=""/>
        <p:cNvGrpSpPr/>
        <p:nvPr/>
      </p:nvGrpSpPr>
      <p:grpSpPr bwMode="auto">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ertical Title and Text" preserve="0" showMasterPhAnim="0" showMasterSp="1" userDrawn="1">
  <p:cSld name="Vertical Title and Text">
    <p:spTree>
      <p:nvGrpSpPr>
        <p:cNvPr id="1" name=""/>
        <p:cNvGrpSpPr/>
        <p:nvPr/>
      </p:nvGrpSpPr>
      <p:grpSpPr bwMode="auto">
        <a:xfrm>
          <a:off x="0" y="0"/>
          <a:ext cx="0" cy="0"/>
          <a:chOff x="0" y="0"/>
          <a:chExt cx="0" cy="0"/>
        </a:xfrm>
      </p:grpSpPr>
      <p:pic>
        <p:nvPicPr>
          <p:cNvPr id="119029182" name="Google Shape;27;p5" descr="Tech Background&quot; Images – Browse 8,227 Stock Photos, Vectors, and Video |  Adobe Stock"/>
          <p:cNvPicPr/>
          <p:nvPr/>
        </p:nvPicPr>
        <p:blipFill rotWithShape="1">
          <a:blip r:embed="rId2">
            <a:alphaModFix/>
          </a:blip>
          <a:srcRect l="2352" t="2332" r="1953" b="1248"/>
          <a:stretch/>
        </p:blipFill>
        <p:spPr bwMode="auto">
          <a:xfrm>
            <a:off x="-21770" y="0"/>
            <a:ext cx="12213771" cy="6858000"/>
          </a:xfrm>
          <a:custGeom>
            <a:avLst/>
            <a:gdLst/>
            <a:ahLst/>
            <a:cxnLst/>
            <a:rect l="l" t="t" r="r" b="b"/>
            <a:pathLst>
              <a:path w="12213771" h="6858000" fill="norm" stroke="1" extrusionOk="0">
                <a:moveTo>
                  <a:pt x="0" y="0"/>
                </a:moveTo>
                <a:lnTo>
                  <a:pt x="12213771" y="0"/>
                </a:lnTo>
                <a:lnTo>
                  <a:pt x="12213771" y="6858000"/>
                </a:lnTo>
                <a:lnTo>
                  <a:pt x="0" y="6858000"/>
                </a:lnTo>
                <a:close/>
              </a:path>
            </a:pathLst>
          </a:custGeom>
          <a:noFill/>
          <a:ln>
            <a:noFill/>
          </a:ln>
        </p:spPr>
      </p:pic>
      <p:sp>
        <p:nvSpPr>
          <p:cNvPr id="60794169" name="Google Shape;28;p5"/>
          <p:cNvSpPr txBox="1"/>
          <p:nvPr>
            <p:ph type="title"/>
          </p:nvPr>
        </p:nvSpPr>
        <p:spPr bwMode="auto">
          <a:xfrm>
            <a:off x="-21771" y="1832442"/>
            <a:ext cx="12213771" cy="2628900"/>
          </a:xfrm>
          <a:prstGeom prst="rect">
            <a:avLst/>
          </a:prstGeom>
          <a:noFill/>
          <a:ln>
            <a:noFill/>
          </a:ln>
        </p:spPr>
        <p:txBody>
          <a:bodyPr spcFirstLastPara="1" wrap="square" lIns="0" tIns="0" rIns="0" bIns="0" anchor="ctr" anchorCtr="0">
            <a:normAutofit/>
          </a:bodyPr>
          <a:lstStyle>
            <a:lvl1pPr lvl="0" algn="ctr">
              <a:lnSpc>
                <a:spcPct val="90000"/>
              </a:lnSpc>
              <a:spcBef>
                <a:spcPts val="0"/>
              </a:spcBef>
              <a:spcAft>
                <a:spcPts val="0"/>
              </a:spcAft>
              <a:buClr>
                <a:schemeClr val="lt1"/>
              </a:buClr>
              <a:buSzPts val="8000"/>
              <a:buFont typeface="Calibri"/>
              <a:buNone/>
              <a:defRPr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Third" preserve="0" showMasterPhAnim="0" showMasterSp="1" userDrawn="1">
  <p:cSld name="One Third">
    <p:spTree>
      <p:nvGrpSpPr>
        <p:cNvPr id="1" name=""/>
        <p:cNvGrpSpPr/>
        <p:nvPr/>
      </p:nvGrpSpPr>
      <p:grpSpPr bwMode="auto">
        <a:xfrm>
          <a:off x="0" y="0"/>
          <a:ext cx="0" cy="0"/>
          <a:chOff x="0" y="0"/>
          <a:chExt cx="0" cy="0"/>
        </a:xfrm>
      </p:grpSpPr>
      <p:sp>
        <p:nvSpPr>
          <p:cNvPr id="756864133" name="Google Shape;30;p6"/>
          <p:cNvSpPr txBox="1"/>
          <p:nvPr>
            <p:ph type="body" idx="1"/>
          </p:nvPr>
        </p:nvSpPr>
        <p:spPr bwMode="auto">
          <a:xfrm>
            <a:off x="4455269" y="603666"/>
            <a:ext cx="7057847" cy="5454235"/>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1046013242" name="Google Shape;31;p6"/>
          <p:cNvSpPr/>
          <p:nvPr/>
        </p:nvSpPr>
        <p:spPr bwMode="auto">
          <a:xfrm>
            <a:off x="1" y="0"/>
            <a:ext cx="4114800" cy="6858000"/>
          </a:xfrm>
          <a:prstGeom prst="rect">
            <a:avLst/>
          </a:prstGeom>
          <a:solidFill>
            <a:srgbClr val="1D1B58"/>
          </a:solidFill>
          <a:ln w="12700" cap="flat" cmpd="sng">
            <a:solidFill>
              <a:srgbClr val="1D1B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Calibri"/>
              <a:ea typeface="Calibri"/>
              <a:cs typeface="Calibri"/>
            </a:endParaRPr>
          </a:p>
        </p:txBody>
      </p:sp>
      <p:sp>
        <p:nvSpPr>
          <p:cNvPr id="421524628" name="Google Shape;32;p6"/>
          <p:cNvSpPr txBox="1"/>
          <p:nvPr>
            <p:ph type="title"/>
          </p:nvPr>
        </p:nvSpPr>
        <p:spPr bwMode="auto">
          <a:xfrm>
            <a:off x="838202" y="2049670"/>
            <a:ext cx="2743200" cy="2562226"/>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_One Third" preserve="0" showMasterPhAnim="0" showMasterSp="1" userDrawn="1">
  <p:cSld name="1_One Third">
    <p:spTree>
      <p:nvGrpSpPr>
        <p:cNvPr id="1" name=""/>
        <p:cNvGrpSpPr/>
        <p:nvPr/>
      </p:nvGrpSpPr>
      <p:grpSpPr bwMode="auto">
        <a:xfrm>
          <a:off x="0" y="0"/>
          <a:ext cx="0" cy="0"/>
          <a:chOff x="0" y="0"/>
          <a:chExt cx="0" cy="0"/>
        </a:xfrm>
      </p:grpSpPr>
      <p:sp>
        <p:nvSpPr>
          <p:cNvPr id="1434007959" name="Google Shape;34;p7"/>
          <p:cNvSpPr txBox="1"/>
          <p:nvPr>
            <p:ph type="title"/>
          </p:nvPr>
        </p:nvSpPr>
        <p:spPr bwMode="auto">
          <a:xfrm>
            <a:off x="678882" y="603666"/>
            <a:ext cx="7055274"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61143136" name="Google Shape;35;p7"/>
          <p:cNvSpPr txBox="1"/>
          <p:nvPr>
            <p:ph type="body" idx="1"/>
          </p:nvPr>
        </p:nvSpPr>
        <p:spPr bwMode="auto">
          <a:xfrm>
            <a:off x="678882" y="1659835"/>
            <a:ext cx="7055274" cy="439806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288691419" name="Google Shape;36;p7"/>
          <p:cNvSpPr/>
          <p:nvPr/>
        </p:nvSpPr>
        <p:spPr bwMode="auto">
          <a:xfrm>
            <a:off x="8077201" y="0"/>
            <a:ext cx="4114800" cy="6858000"/>
          </a:xfrm>
          <a:prstGeom prst="rect">
            <a:avLst/>
          </a:prstGeom>
          <a:solidFill>
            <a:srgbClr val="1D1B58"/>
          </a:solidFill>
          <a:ln w="12700" cap="flat" cmpd="sng">
            <a:solidFill>
              <a:srgbClr val="1D1B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Calibri"/>
              <a:ea typeface="Calibri"/>
              <a:cs typeface="Calibri"/>
            </a:endParaRPr>
          </a:p>
        </p:txBody>
      </p:sp>
      <p:pic>
        <p:nvPicPr>
          <p:cNvPr id="1666714678" name="Google Shape;37;p7"/>
          <p:cNvPicPr/>
          <p:nvPr/>
        </p:nvPicPr>
        <p:blipFill rotWithShape="1">
          <a:blip r:embed="rId2">
            <a:alphaModFix/>
          </a:blip>
          <a:srcRect l="0" t="0" r="0" b="0"/>
          <a:stretch/>
        </p:blipFill>
        <p:spPr bwMode="auto">
          <a:xfrm>
            <a:off x="9507412" y="6119532"/>
            <a:ext cx="1958148" cy="54034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One Third Flow Errow" preserve="0" showMasterPhAnim="0" showMasterSp="1" userDrawn="1">
  <p:cSld name="One Third Flow Errow">
    <p:spTree>
      <p:nvGrpSpPr>
        <p:cNvPr id="1" name=""/>
        <p:cNvGrpSpPr/>
        <p:nvPr/>
      </p:nvGrpSpPr>
      <p:grpSpPr bwMode="auto">
        <a:xfrm>
          <a:off x="0" y="0"/>
          <a:ext cx="0" cy="0"/>
          <a:chOff x="0" y="0"/>
          <a:chExt cx="0" cy="0"/>
        </a:xfrm>
      </p:grpSpPr>
      <p:sp>
        <p:nvSpPr>
          <p:cNvPr id="357374276" name="Google Shape;39;p8"/>
          <p:cNvSpPr txBox="1"/>
          <p:nvPr>
            <p:ph type="title"/>
          </p:nvPr>
        </p:nvSpPr>
        <p:spPr bwMode="auto">
          <a:xfrm>
            <a:off x="4455269" y="603666"/>
            <a:ext cx="7057847"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82457382" name="Google Shape;40;p8"/>
          <p:cNvSpPr txBox="1"/>
          <p:nvPr>
            <p:ph type="body" idx="1"/>
          </p:nvPr>
        </p:nvSpPr>
        <p:spPr bwMode="auto">
          <a:xfrm>
            <a:off x="4455269" y="1659835"/>
            <a:ext cx="7057847" cy="439806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147953554" name="Google Shape;41;p8"/>
          <p:cNvSpPr/>
          <p:nvPr/>
        </p:nvSpPr>
        <p:spPr bwMode="auto">
          <a:xfrm>
            <a:off x="1" y="0"/>
            <a:ext cx="4114800" cy="6858000"/>
          </a:xfrm>
          <a:prstGeom prst="homePlate">
            <a:avLst>
              <a:gd name="adj" fmla="val 16049"/>
            </a:avLst>
          </a:prstGeom>
          <a:solidFill>
            <a:srgbClr val="1D1B58"/>
          </a:solidFill>
          <a:ln w="12700" cap="flat" cmpd="sng">
            <a:solidFill>
              <a:srgbClr val="1D1B5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Calibri"/>
              <a:ea typeface="Calibri"/>
              <a:cs typeface="Calibri"/>
            </a:endParaRPr>
          </a:p>
        </p:txBody>
      </p:sp>
      <p:sp>
        <p:nvSpPr>
          <p:cNvPr id="545444552" name="Google Shape;42;p8"/>
          <p:cNvSpPr txBox="1"/>
          <p:nvPr/>
        </p:nvSpPr>
        <p:spPr bwMode="auto">
          <a:xfrm>
            <a:off x="678882" y="3122614"/>
            <a:ext cx="2978720" cy="61277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400"/>
              <a:buFont typeface="Calibri"/>
              <a:buNone/>
              <a:defRPr/>
            </a:pPr>
            <a:r>
              <a:rPr lang="en-IN" sz="3400" b="1">
                <a:solidFill>
                  <a:schemeClr val="lt1"/>
                </a:solidFill>
                <a:latin typeface="Calibri"/>
                <a:ea typeface="Calibri"/>
                <a:cs typeface="Calibri"/>
              </a:rPr>
              <a:t>Click to edit Master title style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4_One Third" preserve="0" showMasterPhAnim="0" showMasterSp="1" userDrawn="1">
  <p:cSld name="4_One Third">
    <p:spTree>
      <p:nvGrpSpPr>
        <p:cNvPr id="1" name=""/>
        <p:cNvGrpSpPr/>
        <p:nvPr/>
      </p:nvGrpSpPr>
      <p:grpSpPr bwMode="auto">
        <a:xfrm>
          <a:off x="0" y="0"/>
          <a:ext cx="0" cy="0"/>
          <a:chOff x="0" y="0"/>
          <a:chExt cx="0" cy="0"/>
        </a:xfrm>
      </p:grpSpPr>
      <p:sp>
        <p:nvSpPr>
          <p:cNvPr id="1018055859" name="Google Shape;44;p9"/>
          <p:cNvSpPr txBox="1"/>
          <p:nvPr/>
        </p:nvSpPr>
        <p:spPr bwMode="auto">
          <a:xfrm>
            <a:off x="838200" y="3122614"/>
            <a:ext cx="2819401" cy="61277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1D1B58"/>
              </a:buClr>
              <a:buSzPts val="3400"/>
              <a:buFont typeface="Calibri"/>
              <a:buNone/>
              <a:defRPr/>
            </a:pPr>
            <a:r>
              <a:rPr lang="en-IN" sz="3400" b="1">
                <a:solidFill>
                  <a:srgbClr val="1D1B58"/>
                </a:solidFill>
                <a:latin typeface="Calibri"/>
                <a:ea typeface="Calibri"/>
                <a:cs typeface="Calibri"/>
              </a:rPr>
              <a:t>Click to edit Master title style</a:t>
            </a:r>
            <a:endParaRPr/>
          </a:p>
        </p:txBody>
      </p:sp>
      <p:sp>
        <p:nvSpPr>
          <p:cNvPr id="2016835927" name="Google Shape;45;p9"/>
          <p:cNvSpPr/>
          <p:nvPr/>
        </p:nvSpPr>
        <p:spPr bwMode="auto">
          <a:xfrm>
            <a:off x="3454417" y="0"/>
            <a:ext cx="8737584" cy="6858000"/>
          </a:xfrm>
          <a:custGeom>
            <a:avLst/>
            <a:gdLst/>
            <a:ahLst/>
            <a:cxnLst/>
            <a:rect l="l" t="t" r="r" b="b"/>
            <a:pathLst>
              <a:path w="9601184" h="6858000" fill="norm" stroke="1" extrusionOk="0">
                <a:moveTo>
                  <a:pt x="0" y="0"/>
                </a:moveTo>
                <a:lnTo>
                  <a:pt x="9601184" y="0"/>
                </a:lnTo>
                <a:lnTo>
                  <a:pt x="9601184" y="6858000"/>
                </a:lnTo>
                <a:lnTo>
                  <a:pt x="0" y="6858000"/>
                </a:lnTo>
                <a:lnTo>
                  <a:pt x="660384" y="3429000"/>
                </a:lnTo>
                <a:lnTo>
                  <a:pt x="0" y="0"/>
                </a:lnTo>
                <a:close/>
              </a:path>
            </a:pathLst>
          </a:custGeom>
          <a:solidFill>
            <a:srgbClr val="1D1B5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Calibri"/>
              <a:ea typeface="Calibri"/>
              <a:cs typeface="Calibri"/>
            </a:endParaRPr>
          </a:p>
        </p:txBody>
      </p:sp>
      <p:sp>
        <p:nvSpPr>
          <p:cNvPr id="1214605486" name="Google Shape;46;p9"/>
          <p:cNvSpPr txBox="1"/>
          <p:nvPr>
            <p:ph type="title"/>
          </p:nvPr>
        </p:nvSpPr>
        <p:spPr bwMode="auto">
          <a:xfrm>
            <a:off x="4455269" y="603666"/>
            <a:ext cx="7057847"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04860264" name="Google Shape;47;p9"/>
          <p:cNvSpPr txBox="1"/>
          <p:nvPr>
            <p:ph type="body" idx="1"/>
          </p:nvPr>
        </p:nvSpPr>
        <p:spPr bwMode="auto">
          <a:xfrm>
            <a:off x="4455269" y="1659835"/>
            <a:ext cx="7057847" cy="439806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lt1"/>
              </a:buClr>
              <a:buSzPts val="2800"/>
              <a:buChar char="•"/>
              <a:defRPr>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pic>
        <p:nvPicPr>
          <p:cNvPr id="15172854" name="Google Shape;48;p9"/>
          <p:cNvPicPr/>
          <p:nvPr/>
        </p:nvPicPr>
        <p:blipFill rotWithShape="1">
          <a:blip r:embed="rId2">
            <a:alphaModFix/>
          </a:blip>
          <a:srcRect l="0" t="0" r="0" b="0"/>
          <a:stretch/>
        </p:blipFill>
        <p:spPr bwMode="auto">
          <a:xfrm>
            <a:off x="9507412" y="6119532"/>
            <a:ext cx="1958148" cy="54034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3_One Third" preserve="0" showMasterPhAnim="0" showMasterSp="1" userDrawn="1">
  <p:cSld name="3_One Third">
    <p:spTree>
      <p:nvGrpSpPr>
        <p:cNvPr id="1" name=""/>
        <p:cNvGrpSpPr/>
        <p:nvPr/>
      </p:nvGrpSpPr>
      <p:grpSpPr bwMode="auto">
        <a:xfrm>
          <a:off x="0" y="0"/>
          <a:ext cx="0" cy="0"/>
          <a:chOff x="0" y="0"/>
          <a:chExt cx="0" cy="0"/>
        </a:xfrm>
      </p:grpSpPr>
      <p:sp>
        <p:nvSpPr>
          <p:cNvPr id="1680001187" name="Google Shape;50;p10"/>
          <p:cNvSpPr txBox="1"/>
          <p:nvPr>
            <p:ph type="title"/>
          </p:nvPr>
        </p:nvSpPr>
        <p:spPr bwMode="auto">
          <a:xfrm>
            <a:off x="678882" y="603666"/>
            <a:ext cx="6687118"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98938083" name="Google Shape;51;p10"/>
          <p:cNvSpPr txBox="1"/>
          <p:nvPr>
            <p:ph type="body" idx="1"/>
          </p:nvPr>
        </p:nvSpPr>
        <p:spPr bwMode="auto">
          <a:xfrm>
            <a:off x="678882" y="1659835"/>
            <a:ext cx="6687118" cy="439806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39365394" name="Google Shape;52;p10"/>
          <p:cNvSpPr txBox="1"/>
          <p:nvPr/>
        </p:nvSpPr>
        <p:spPr bwMode="auto">
          <a:xfrm>
            <a:off x="8567565" y="3064248"/>
            <a:ext cx="3314556" cy="612775"/>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3400"/>
              <a:buFont typeface="Calibri"/>
              <a:buNone/>
              <a:defRPr/>
            </a:pPr>
            <a:r>
              <a:rPr lang="en-IN" sz="3400" b="1">
                <a:solidFill>
                  <a:schemeClr val="lt1"/>
                </a:solidFill>
                <a:latin typeface="Calibri"/>
                <a:ea typeface="Calibri"/>
                <a:cs typeface="Calibri"/>
              </a:rPr>
              <a:t>Click to edit Master title style</a:t>
            </a:r>
            <a:endParaRPr/>
          </a:p>
        </p:txBody>
      </p:sp>
      <p:sp>
        <p:nvSpPr>
          <p:cNvPr id="39224559" name="Google Shape;53;p10"/>
          <p:cNvSpPr/>
          <p:nvPr/>
        </p:nvSpPr>
        <p:spPr bwMode="auto">
          <a:xfrm>
            <a:off x="7543800" y="0"/>
            <a:ext cx="4648201" cy="6858000"/>
          </a:xfrm>
          <a:custGeom>
            <a:avLst/>
            <a:gdLst/>
            <a:ahLst/>
            <a:cxnLst/>
            <a:rect l="l" t="t" r="r" b="b"/>
            <a:pathLst>
              <a:path w="3818882" h="6858000" fill="norm" stroke="1" extrusionOk="0">
                <a:moveTo>
                  <a:pt x="0" y="0"/>
                </a:moveTo>
                <a:lnTo>
                  <a:pt x="3818882" y="0"/>
                </a:lnTo>
                <a:lnTo>
                  <a:pt x="3818882" y="6858000"/>
                </a:lnTo>
                <a:lnTo>
                  <a:pt x="0" y="6858000"/>
                </a:lnTo>
                <a:lnTo>
                  <a:pt x="796282" y="3429000"/>
                </a:lnTo>
                <a:lnTo>
                  <a:pt x="0" y="0"/>
                </a:lnTo>
                <a:close/>
              </a:path>
            </a:pathLst>
          </a:custGeom>
          <a:solidFill>
            <a:srgbClr val="1D1B5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Calibri"/>
              <a:ea typeface="Calibri"/>
              <a:cs typeface="Calibri"/>
            </a:endParaRPr>
          </a:p>
        </p:txBody>
      </p:sp>
      <p:pic>
        <p:nvPicPr>
          <p:cNvPr id="1162601211" name="Google Shape;54;p10"/>
          <p:cNvPicPr/>
          <p:nvPr/>
        </p:nvPicPr>
        <p:blipFill rotWithShape="1">
          <a:blip r:embed="rId2">
            <a:alphaModFix/>
          </a:blip>
          <a:srcRect l="0" t="0" r="0" b="0"/>
          <a:stretch/>
        </p:blipFill>
        <p:spPr bwMode="auto">
          <a:xfrm>
            <a:off x="9507412" y="6119532"/>
            <a:ext cx="1958148" cy="5403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userDrawn="1">
  <p:cSld name="Section Header">
    <p:spTree>
      <p:nvGrpSpPr>
        <p:cNvPr id="1" name=""/>
        <p:cNvGrpSpPr/>
        <p:nvPr/>
      </p:nvGrpSpPr>
      <p:grpSpPr bwMode="auto">
        <a:xfrm>
          <a:off x="0" y="0"/>
          <a:ext cx="0" cy="0"/>
          <a:chOff x="0" y="0"/>
          <a:chExt cx="0" cy="0"/>
        </a:xfrm>
      </p:grpSpPr>
      <p:sp>
        <p:nvSpPr>
          <p:cNvPr id="1923945975" name="Google Shape;56;p11"/>
          <p:cNvSpPr txBox="1"/>
          <p:nvPr>
            <p:ph type="title"/>
          </p:nvPr>
        </p:nvSpPr>
        <p:spPr bwMode="auto">
          <a:xfrm>
            <a:off x="678882" y="1709738"/>
            <a:ext cx="10834233" cy="2852737"/>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35949845" name="Google Shape;57;p11"/>
          <p:cNvSpPr txBox="1"/>
          <p:nvPr>
            <p:ph type="body" idx="1"/>
          </p:nvPr>
        </p:nvSpPr>
        <p:spPr bwMode="auto">
          <a:xfrm>
            <a:off x="678882" y="4589464"/>
            <a:ext cx="10834233"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98990"/>
              </a:buClr>
              <a:buSzPts val="2400"/>
              <a:buNone/>
              <a:defRPr sz="2400">
                <a:solidFill>
                  <a:srgbClr val="898990"/>
                </a:solidFill>
              </a:defRPr>
            </a:lvl1pPr>
            <a:lvl2pPr marL="914400" lvl="1" indent="-228600" algn="l">
              <a:lnSpc>
                <a:spcPct val="90000"/>
              </a:lnSpc>
              <a:spcBef>
                <a:spcPts val="500"/>
              </a:spcBef>
              <a:spcAft>
                <a:spcPts val="0"/>
              </a:spcAft>
              <a:buClr>
                <a:srgbClr val="898990"/>
              </a:buClr>
              <a:buSzPts val="2000"/>
              <a:buNone/>
              <a:defRPr sz="2000">
                <a:solidFill>
                  <a:srgbClr val="898990"/>
                </a:solidFill>
              </a:defRPr>
            </a:lvl2pPr>
            <a:lvl3pPr marL="1371600" lvl="2" indent="-228600" algn="l">
              <a:lnSpc>
                <a:spcPct val="90000"/>
              </a:lnSpc>
              <a:spcBef>
                <a:spcPts val="500"/>
              </a:spcBef>
              <a:spcAft>
                <a:spcPts val="0"/>
              </a:spcAft>
              <a:buClr>
                <a:srgbClr val="898990"/>
              </a:buClr>
              <a:buSzPts val="1800"/>
              <a:buNone/>
              <a:defRPr sz="1800">
                <a:solidFill>
                  <a:srgbClr val="898990"/>
                </a:solidFill>
              </a:defRPr>
            </a:lvl3pPr>
            <a:lvl4pPr marL="1828800" lvl="3" indent="-228600" algn="l">
              <a:lnSpc>
                <a:spcPct val="90000"/>
              </a:lnSpc>
              <a:spcBef>
                <a:spcPts val="500"/>
              </a:spcBef>
              <a:spcAft>
                <a:spcPts val="0"/>
              </a:spcAft>
              <a:buClr>
                <a:srgbClr val="898990"/>
              </a:buClr>
              <a:buSzPts val="1600"/>
              <a:buNone/>
              <a:defRPr sz="1600">
                <a:solidFill>
                  <a:srgbClr val="898990"/>
                </a:solidFill>
              </a:defRPr>
            </a:lvl4pPr>
            <a:lvl5pPr marL="2286000" lvl="4" indent="-228600" algn="l">
              <a:lnSpc>
                <a:spcPct val="90000"/>
              </a:lnSpc>
              <a:spcBef>
                <a:spcPts val="500"/>
              </a:spcBef>
              <a:spcAft>
                <a:spcPts val="0"/>
              </a:spcAft>
              <a:buClr>
                <a:srgbClr val="898990"/>
              </a:buClr>
              <a:buSzPts val="1600"/>
              <a:buNone/>
              <a:defRPr sz="1600">
                <a:solidFill>
                  <a:srgbClr val="898990"/>
                </a:solidFill>
              </a:defRPr>
            </a:lvl5pPr>
            <a:lvl6pPr marL="2743200" lvl="5" indent="-228600" algn="l">
              <a:lnSpc>
                <a:spcPct val="90000"/>
              </a:lnSpc>
              <a:spcBef>
                <a:spcPts val="500"/>
              </a:spcBef>
              <a:spcAft>
                <a:spcPts val="0"/>
              </a:spcAft>
              <a:buClr>
                <a:srgbClr val="898990"/>
              </a:buClr>
              <a:buSzPts val="1600"/>
              <a:buNone/>
              <a:defRPr sz="1600">
                <a:solidFill>
                  <a:srgbClr val="898990"/>
                </a:solidFill>
              </a:defRPr>
            </a:lvl6pPr>
            <a:lvl7pPr marL="3200400" lvl="6" indent="-228600" algn="l">
              <a:lnSpc>
                <a:spcPct val="90000"/>
              </a:lnSpc>
              <a:spcBef>
                <a:spcPts val="500"/>
              </a:spcBef>
              <a:spcAft>
                <a:spcPts val="0"/>
              </a:spcAft>
              <a:buClr>
                <a:srgbClr val="898990"/>
              </a:buClr>
              <a:buSzPts val="1600"/>
              <a:buNone/>
              <a:defRPr sz="1600">
                <a:solidFill>
                  <a:srgbClr val="898990"/>
                </a:solidFill>
              </a:defRPr>
            </a:lvl7pPr>
            <a:lvl8pPr marL="3657600" lvl="7" indent="-228600" algn="l">
              <a:lnSpc>
                <a:spcPct val="90000"/>
              </a:lnSpc>
              <a:spcBef>
                <a:spcPts val="500"/>
              </a:spcBef>
              <a:spcAft>
                <a:spcPts val="0"/>
              </a:spcAft>
              <a:buClr>
                <a:srgbClr val="898990"/>
              </a:buClr>
              <a:buSzPts val="1600"/>
              <a:buNone/>
              <a:defRPr sz="1600">
                <a:solidFill>
                  <a:srgbClr val="898990"/>
                </a:solidFill>
              </a:defRPr>
            </a:lvl8pPr>
            <a:lvl9pPr marL="4114800" lvl="8" indent="-228600" algn="l">
              <a:lnSpc>
                <a:spcPct val="90000"/>
              </a:lnSpc>
              <a:spcBef>
                <a:spcPts val="500"/>
              </a:spcBef>
              <a:spcAft>
                <a:spcPts val="0"/>
              </a:spcAft>
              <a:buClr>
                <a:srgbClr val="898990"/>
              </a:buClr>
              <a:buSzPts val="1600"/>
              <a:buNone/>
              <a:defRPr sz="1600">
                <a:solidFill>
                  <a:srgbClr val="898990"/>
                </a:solidFill>
              </a:defRPr>
            </a:lvl9pPr>
          </a:lstStyle>
          <a:p>
            <a:pPr>
              <a:defRPr/>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wo Content" preserve="0" showMasterPhAnim="0" showMasterSp="1" userDrawn="1">
  <p:cSld name="Two Content">
    <p:spTree>
      <p:nvGrpSpPr>
        <p:cNvPr id="1" name=""/>
        <p:cNvGrpSpPr/>
        <p:nvPr/>
      </p:nvGrpSpPr>
      <p:grpSpPr bwMode="auto">
        <a:xfrm>
          <a:off x="0" y="0"/>
          <a:ext cx="0" cy="0"/>
          <a:chOff x="0" y="0"/>
          <a:chExt cx="0" cy="0"/>
        </a:xfrm>
      </p:grpSpPr>
      <p:sp>
        <p:nvSpPr>
          <p:cNvPr id="1346114797" name="Google Shape;59;p12"/>
          <p:cNvSpPr txBox="1"/>
          <p:nvPr>
            <p:ph type="title"/>
          </p:nvPr>
        </p:nvSpPr>
        <p:spPr bwMode="auto">
          <a:xfrm>
            <a:off x="678881" y="603666"/>
            <a:ext cx="10834233"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09516876" name="Google Shape;60;p12"/>
          <p:cNvSpPr txBox="1"/>
          <p:nvPr>
            <p:ph type="body" idx="1"/>
          </p:nvPr>
        </p:nvSpPr>
        <p:spPr bwMode="auto">
          <a:xfrm>
            <a:off x="678881" y="1659835"/>
            <a:ext cx="5340919" cy="4399442"/>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1242326930" name="Google Shape;61;p12"/>
          <p:cNvSpPr txBox="1"/>
          <p:nvPr>
            <p:ph type="body" idx="2"/>
          </p:nvPr>
        </p:nvSpPr>
        <p:spPr bwMode="auto">
          <a:xfrm>
            <a:off x="6172199" y="1659835"/>
            <a:ext cx="5340917" cy="4399442"/>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ison" preserve="0" showMasterPhAnim="0" showMasterSp="1" userDrawn="1">
  <p:cSld name="Comparison">
    <p:spTree>
      <p:nvGrpSpPr>
        <p:cNvPr id="1" name=""/>
        <p:cNvGrpSpPr/>
        <p:nvPr/>
      </p:nvGrpSpPr>
      <p:grpSpPr bwMode="auto">
        <a:xfrm>
          <a:off x="0" y="0"/>
          <a:ext cx="0" cy="0"/>
          <a:chOff x="0" y="0"/>
          <a:chExt cx="0" cy="0"/>
        </a:xfrm>
      </p:grpSpPr>
      <p:sp>
        <p:nvSpPr>
          <p:cNvPr id="1422377273" name="Google Shape;63;p13"/>
          <p:cNvSpPr txBox="1"/>
          <p:nvPr>
            <p:ph type="title"/>
          </p:nvPr>
        </p:nvSpPr>
        <p:spPr bwMode="auto">
          <a:xfrm>
            <a:off x="678881" y="603665"/>
            <a:ext cx="10834233"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57421122" name="Google Shape;64;p13"/>
          <p:cNvSpPr txBox="1"/>
          <p:nvPr>
            <p:ph type="body" idx="1"/>
          </p:nvPr>
        </p:nvSpPr>
        <p:spPr bwMode="auto">
          <a:xfrm>
            <a:off x="678881" y="1659834"/>
            <a:ext cx="5318693" cy="6553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171616"/>
              </a:buClr>
              <a:buSzPts val="2400"/>
              <a:buNone/>
              <a:defRPr sz="2400" b="1"/>
            </a:lvl1pPr>
            <a:lvl2pPr marL="914400" lvl="1" indent="-228600" algn="l">
              <a:lnSpc>
                <a:spcPct val="90000"/>
              </a:lnSpc>
              <a:spcBef>
                <a:spcPts val="500"/>
              </a:spcBef>
              <a:spcAft>
                <a:spcPts val="0"/>
              </a:spcAft>
              <a:buClr>
                <a:srgbClr val="171616"/>
              </a:buClr>
              <a:buSzPts val="2000"/>
              <a:buNone/>
              <a:defRPr sz="2000" b="1"/>
            </a:lvl2pPr>
            <a:lvl3pPr marL="1371600" lvl="2" indent="-228600" algn="l">
              <a:lnSpc>
                <a:spcPct val="90000"/>
              </a:lnSpc>
              <a:spcBef>
                <a:spcPts val="500"/>
              </a:spcBef>
              <a:spcAft>
                <a:spcPts val="0"/>
              </a:spcAft>
              <a:buClr>
                <a:srgbClr val="171616"/>
              </a:buClr>
              <a:buSzPts val="1800"/>
              <a:buNone/>
              <a:defRPr sz="1800" b="1"/>
            </a:lvl3pPr>
            <a:lvl4pPr marL="1828800" lvl="3" indent="-228600" algn="l">
              <a:lnSpc>
                <a:spcPct val="90000"/>
              </a:lnSpc>
              <a:spcBef>
                <a:spcPts val="500"/>
              </a:spcBef>
              <a:spcAft>
                <a:spcPts val="0"/>
              </a:spcAft>
              <a:buClr>
                <a:srgbClr val="171616"/>
              </a:buClr>
              <a:buSzPts val="1600"/>
              <a:buNone/>
              <a:defRPr sz="1600" b="1"/>
            </a:lvl4pPr>
            <a:lvl5pPr marL="2286000" lvl="4" indent="-228600" algn="l">
              <a:lnSpc>
                <a:spcPct val="90000"/>
              </a:lnSpc>
              <a:spcBef>
                <a:spcPts val="500"/>
              </a:spcBef>
              <a:spcAft>
                <a:spcPts val="0"/>
              </a:spcAft>
              <a:buClr>
                <a:srgbClr val="17161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1745469578" name="Google Shape;65;p13"/>
          <p:cNvSpPr txBox="1"/>
          <p:nvPr>
            <p:ph type="body" idx="2"/>
          </p:nvPr>
        </p:nvSpPr>
        <p:spPr bwMode="auto">
          <a:xfrm>
            <a:off x="678881" y="2505074"/>
            <a:ext cx="5318693" cy="355282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516642198" name="Google Shape;66;p13"/>
          <p:cNvSpPr txBox="1"/>
          <p:nvPr>
            <p:ph type="body" idx="3"/>
          </p:nvPr>
        </p:nvSpPr>
        <p:spPr bwMode="auto">
          <a:xfrm>
            <a:off x="6172202" y="1659834"/>
            <a:ext cx="5340914" cy="6553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171616"/>
              </a:buClr>
              <a:buSzPts val="2400"/>
              <a:buNone/>
              <a:defRPr sz="2400" b="1"/>
            </a:lvl1pPr>
            <a:lvl2pPr marL="914400" lvl="1" indent="-228600" algn="l">
              <a:lnSpc>
                <a:spcPct val="90000"/>
              </a:lnSpc>
              <a:spcBef>
                <a:spcPts val="500"/>
              </a:spcBef>
              <a:spcAft>
                <a:spcPts val="0"/>
              </a:spcAft>
              <a:buClr>
                <a:srgbClr val="171616"/>
              </a:buClr>
              <a:buSzPts val="2000"/>
              <a:buNone/>
              <a:defRPr sz="2000" b="1"/>
            </a:lvl2pPr>
            <a:lvl3pPr marL="1371600" lvl="2" indent="-228600" algn="l">
              <a:lnSpc>
                <a:spcPct val="90000"/>
              </a:lnSpc>
              <a:spcBef>
                <a:spcPts val="500"/>
              </a:spcBef>
              <a:spcAft>
                <a:spcPts val="0"/>
              </a:spcAft>
              <a:buClr>
                <a:srgbClr val="171616"/>
              </a:buClr>
              <a:buSzPts val="1800"/>
              <a:buNone/>
              <a:defRPr sz="1800" b="1"/>
            </a:lvl3pPr>
            <a:lvl4pPr marL="1828800" lvl="3" indent="-228600" algn="l">
              <a:lnSpc>
                <a:spcPct val="90000"/>
              </a:lnSpc>
              <a:spcBef>
                <a:spcPts val="500"/>
              </a:spcBef>
              <a:spcAft>
                <a:spcPts val="0"/>
              </a:spcAft>
              <a:buClr>
                <a:srgbClr val="171616"/>
              </a:buClr>
              <a:buSzPts val="1600"/>
              <a:buNone/>
              <a:defRPr sz="1600" b="1"/>
            </a:lvl4pPr>
            <a:lvl5pPr marL="2286000" lvl="4" indent="-228600" algn="l">
              <a:lnSpc>
                <a:spcPct val="90000"/>
              </a:lnSpc>
              <a:spcBef>
                <a:spcPts val="500"/>
              </a:spcBef>
              <a:spcAft>
                <a:spcPts val="0"/>
              </a:spcAft>
              <a:buClr>
                <a:srgbClr val="171616"/>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254661470" name="Google Shape;67;p13"/>
          <p:cNvSpPr txBox="1"/>
          <p:nvPr>
            <p:ph type="body" idx="4"/>
          </p:nvPr>
        </p:nvSpPr>
        <p:spPr bwMode="auto">
          <a:xfrm>
            <a:off x="6172202" y="2505074"/>
            <a:ext cx="5340914" cy="3552826"/>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userDrawn="1">
  <p:cSld name="Title Only">
    <p:spTree>
      <p:nvGrpSpPr>
        <p:cNvPr id="1" name=""/>
        <p:cNvGrpSpPr/>
        <p:nvPr/>
      </p:nvGrpSpPr>
      <p:grpSpPr bwMode="auto">
        <a:xfrm>
          <a:off x="0" y="0"/>
          <a:ext cx="0" cy="0"/>
          <a:chOff x="0" y="0"/>
          <a:chExt cx="0" cy="0"/>
        </a:xfrm>
      </p:grpSpPr>
      <p:sp>
        <p:nvSpPr>
          <p:cNvPr id="1295931183" name="Google Shape;69;p14"/>
          <p:cNvSpPr txBox="1"/>
          <p:nvPr>
            <p:ph type="title"/>
          </p:nvPr>
        </p:nvSpPr>
        <p:spPr bwMode="auto">
          <a:xfrm>
            <a:off x="678884" y="603666"/>
            <a:ext cx="10834233"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t with Caption" preserve="0" showMasterPhAnim="0" showMasterSp="1" userDrawn="1">
  <p:cSld name="Content with Caption">
    <p:spTree>
      <p:nvGrpSpPr>
        <p:cNvPr id="1" name=""/>
        <p:cNvGrpSpPr/>
        <p:nvPr/>
      </p:nvGrpSpPr>
      <p:grpSpPr bwMode="auto">
        <a:xfrm>
          <a:off x="0" y="0"/>
          <a:ext cx="0" cy="0"/>
          <a:chOff x="0" y="0"/>
          <a:chExt cx="0" cy="0"/>
        </a:xfrm>
      </p:grpSpPr>
      <p:sp>
        <p:nvSpPr>
          <p:cNvPr id="877790759" name="Google Shape;72;p16"/>
          <p:cNvSpPr txBox="1"/>
          <p:nvPr>
            <p:ph type="title"/>
          </p:nvPr>
        </p:nvSpPr>
        <p:spPr bwMode="auto">
          <a:xfrm>
            <a:off x="678881" y="603666"/>
            <a:ext cx="4093145" cy="1453734"/>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45242775" name="Google Shape;73;p16"/>
          <p:cNvSpPr txBox="1"/>
          <p:nvPr>
            <p:ph type="body" idx="1"/>
          </p:nvPr>
        </p:nvSpPr>
        <p:spPr bwMode="auto">
          <a:xfrm>
            <a:off x="5183189" y="1659835"/>
            <a:ext cx="6329928" cy="4201215"/>
          </a:xfrm>
          <a:prstGeom prst="rect">
            <a:avLst/>
          </a:prstGeom>
          <a:noFill/>
          <a:ln>
            <a:noFill/>
          </a:ln>
        </p:spPr>
        <p:txBody>
          <a:bodyPr spcFirstLastPara="1" wrap="square" lIns="91425" tIns="45700" rIns="91425" bIns="45700" anchor="t" anchorCtr="0">
            <a:normAutofit/>
          </a:bodyPr>
          <a:lstStyle>
            <a:lvl1pPr marL="457200" lvl="0" indent="-431799" algn="l">
              <a:lnSpc>
                <a:spcPct val="90000"/>
              </a:lnSpc>
              <a:spcBef>
                <a:spcPts val="1000"/>
              </a:spcBef>
              <a:spcAft>
                <a:spcPts val="0"/>
              </a:spcAft>
              <a:buClr>
                <a:srgbClr val="171616"/>
              </a:buClr>
              <a:buSzPts val="3200"/>
              <a:buChar char="•"/>
              <a:defRPr sz="3200">
                <a:solidFill>
                  <a:srgbClr val="171616"/>
                </a:solidFill>
              </a:defRPr>
            </a:lvl1pPr>
            <a:lvl2pPr marL="914400" lvl="1" indent="-406400" algn="l">
              <a:lnSpc>
                <a:spcPct val="90000"/>
              </a:lnSpc>
              <a:spcBef>
                <a:spcPts val="500"/>
              </a:spcBef>
              <a:spcAft>
                <a:spcPts val="0"/>
              </a:spcAft>
              <a:buClr>
                <a:srgbClr val="171616"/>
              </a:buClr>
              <a:buSzPts val="2800"/>
              <a:buChar char="•"/>
              <a:defRPr sz="2800">
                <a:solidFill>
                  <a:srgbClr val="171616"/>
                </a:solidFill>
              </a:defRPr>
            </a:lvl2pPr>
            <a:lvl3pPr marL="1371600" lvl="2" indent="-381000" algn="l">
              <a:lnSpc>
                <a:spcPct val="90000"/>
              </a:lnSpc>
              <a:spcBef>
                <a:spcPts val="500"/>
              </a:spcBef>
              <a:spcAft>
                <a:spcPts val="0"/>
              </a:spcAft>
              <a:buClr>
                <a:srgbClr val="171616"/>
              </a:buClr>
              <a:buSzPts val="2400"/>
              <a:buChar char="•"/>
              <a:defRPr sz="2400">
                <a:solidFill>
                  <a:srgbClr val="171616"/>
                </a:solidFill>
              </a:defRPr>
            </a:lvl3pPr>
            <a:lvl4pPr marL="1828800" lvl="3" indent="-355600" algn="l">
              <a:lnSpc>
                <a:spcPct val="90000"/>
              </a:lnSpc>
              <a:spcBef>
                <a:spcPts val="500"/>
              </a:spcBef>
              <a:spcAft>
                <a:spcPts val="0"/>
              </a:spcAft>
              <a:buClr>
                <a:srgbClr val="171616"/>
              </a:buClr>
              <a:buSzPts val="2000"/>
              <a:buChar char="•"/>
              <a:defRPr sz="2000">
                <a:solidFill>
                  <a:srgbClr val="171616"/>
                </a:solidFill>
              </a:defRPr>
            </a:lvl4pPr>
            <a:lvl5pPr marL="2286000" lvl="4" indent="-355600" algn="l">
              <a:lnSpc>
                <a:spcPct val="90000"/>
              </a:lnSpc>
              <a:spcBef>
                <a:spcPts val="500"/>
              </a:spcBef>
              <a:spcAft>
                <a:spcPts val="0"/>
              </a:spcAft>
              <a:buClr>
                <a:srgbClr val="171616"/>
              </a:buClr>
              <a:buSzPts val="2000"/>
              <a:buChar char="•"/>
              <a:defRPr sz="2000">
                <a:solidFill>
                  <a:srgbClr val="171616"/>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a:defRPr/>
            </a:pPr>
            <a:endParaRPr/>
          </a:p>
        </p:txBody>
      </p:sp>
      <p:sp>
        <p:nvSpPr>
          <p:cNvPr id="2039575822" name="Google Shape;74;p16"/>
          <p:cNvSpPr txBox="1"/>
          <p:nvPr>
            <p:ph type="body" idx="2"/>
          </p:nvPr>
        </p:nvSpPr>
        <p:spPr bwMode="auto">
          <a:xfrm>
            <a:off x="678881" y="2315183"/>
            <a:ext cx="4093145" cy="355380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600"/>
              <a:buNone/>
              <a:defRPr sz="1600"/>
            </a:lvl1pPr>
            <a:lvl2pPr marL="914400" lvl="1" indent="-228600" algn="l">
              <a:lnSpc>
                <a:spcPct val="90000"/>
              </a:lnSpc>
              <a:spcBef>
                <a:spcPts val="500"/>
              </a:spcBef>
              <a:spcAft>
                <a:spcPts val="0"/>
              </a:spcAft>
              <a:buClr>
                <a:srgbClr val="171616"/>
              </a:buClr>
              <a:buSzPts val="1400"/>
              <a:buNone/>
              <a:defRPr sz="1400"/>
            </a:lvl2pPr>
            <a:lvl3pPr marL="1371600" lvl="2" indent="-228600" algn="l">
              <a:lnSpc>
                <a:spcPct val="90000"/>
              </a:lnSpc>
              <a:spcBef>
                <a:spcPts val="500"/>
              </a:spcBef>
              <a:spcAft>
                <a:spcPts val="0"/>
              </a:spcAft>
              <a:buClr>
                <a:srgbClr val="171616"/>
              </a:buClr>
              <a:buSzPts val="1200"/>
              <a:buNone/>
              <a:defRPr sz="1200"/>
            </a:lvl3pPr>
            <a:lvl4pPr marL="1828800" lvl="3" indent="-228600" algn="l">
              <a:lnSpc>
                <a:spcPct val="90000"/>
              </a:lnSpc>
              <a:spcBef>
                <a:spcPts val="500"/>
              </a:spcBef>
              <a:spcAft>
                <a:spcPts val="0"/>
              </a:spcAft>
              <a:buClr>
                <a:srgbClr val="171616"/>
              </a:buClr>
              <a:buSzPts val="1000"/>
              <a:buNone/>
              <a:defRPr sz="1000"/>
            </a:lvl4pPr>
            <a:lvl5pPr marL="2286000" lvl="4" indent="-228600" algn="l">
              <a:lnSpc>
                <a:spcPct val="90000"/>
              </a:lnSpc>
              <a:spcBef>
                <a:spcPts val="500"/>
              </a:spcBef>
              <a:spcAft>
                <a:spcPts val="0"/>
              </a:spcAft>
              <a:buClr>
                <a:srgbClr val="171616"/>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Vertical Text" preserve="0" showMasterPhAnim="0" showMasterSp="1" userDrawn="1">
  <p:cSld name="Title and Vertical Text">
    <p:spTree>
      <p:nvGrpSpPr>
        <p:cNvPr id="1" name=""/>
        <p:cNvGrpSpPr/>
        <p:nvPr/>
      </p:nvGrpSpPr>
      <p:grpSpPr bwMode="auto">
        <a:xfrm>
          <a:off x="0" y="0"/>
          <a:ext cx="0" cy="0"/>
          <a:chOff x="0" y="0"/>
          <a:chExt cx="0" cy="0"/>
        </a:xfrm>
      </p:grpSpPr>
      <p:sp>
        <p:nvSpPr>
          <p:cNvPr id="506307049" name="Google Shape;76;p17"/>
          <p:cNvSpPr txBox="1"/>
          <p:nvPr>
            <p:ph type="title"/>
          </p:nvPr>
        </p:nvSpPr>
        <p:spPr bwMode="auto">
          <a:xfrm>
            <a:off x="678884" y="603666"/>
            <a:ext cx="10834233" cy="612775"/>
          </a:xfrm>
          <a:prstGeom prst="rect">
            <a:avLst/>
          </a:prstGeom>
          <a:noFill/>
          <a:ln>
            <a:noFill/>
          </a:ln>
        </p:spPr>
        <p:txBody>
          <a:bodyPr spcFirstLastPara="1" wrap="square" lIns="0" tIns="0" rIns="0" bIns="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23072943" name="Google Shape;77;p17"/>
          <p:cNvSpPr txBox="1"/>
          <p:nvPr>
            <p:ph type="body" idx="1"/>
          </p:nvPr>
        </p:nvSpPr>
        <p:spPr bwMode="auto">
          <a:xfrm rot="5400000">
            <a:off x="4012533" y="-1673816"/>
            <a:ext cx="4166933" cy="1083423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171616"/>
              </a:buClr>
              <a:buSzPts val="2800"/>
              <a:buChar char="•"/>
              <a:defRPr>
                <a:solidFill>
                  <a:srgbClr val="171616"/>
                </a:solidFill>
              </a:defRPr>
            </a:lvl1pPr>
            <a:lvl2pPr marL="914400" lvl="1" indent="-381000" algn="l">
              <a:lnSpc>
                <a:spcPct val="90000"/>
              </a:lnSpc>
              <a:spcBef>
                <a:spcPts val="500"/>
              </a:spcBef>
              <a:spcAft>
                <a:spcPts val="0"/>
              </a:spcAft>
              <a:buClr>
                <a:srgbClr val="171616"/>
              </a:buClr>
              <a:buSzPts val="2400"/>
              <a:buChar char="•"/>
              <a:defRPr>
                <a:solidFill>
                  <a:srgbClr val="171616"/>
                </a:solidFill>
              </a:defRPr>
            </a:lvl2pPr>
            <a:lvl3pPr marL="1371600" lvl="2" indent="-355600" algn="l">
              <a:lnSpc>
                <a:spcPct val="90000"/>
              </a:lnSpc>
              <a:spcBef>
                <a:spcPts val="500"/>
              </a:spcBef>
              <a:spcAft>
                <a:spcPts val="0"/>
              </a:spcAft>
              <a:buClr>
                <a:srgbClr val="171616"/>
              </a:buClr>
              <a:buSzPts val="2000"/>
              <a:buChar char="•"/>
              <a:defRPr>
                <a:solidFill>
                  <a:srgbClr val="171616"/>
                </a:solidFill>
              </a:defRPr>
            </a:lvl3pPr>
            <a:lvl4pPr marL="1828800" lvl="3" indent="-342900" algn="l">
              <a:lnSpc>
                <a:spcPct val="90000"/>
              </a:lnSpc>
              <a:spcBef>
                <a:spcPts val="500"/>
              </a:spcBef>
              <a:spcAft>
                <a:spcPts val="0"/>
              </a:spcAft>
              <a:buClr>
                <a:srgbClr val="171616"/>
              </a:buClr>
              <a:buSzPts val="1800"/>
              <a:buChar char="•"/>
              <a:defRPr>
                <a:solidFill>
                  <a:srgbClr val="171616"/>
                </a:solidFill>
              </a:defRPr>
            </a:lvl4pPr>
            <a:lvl5pPr marL="2286000" lvl="4" indent="-342900" algn="l">
              <a:lnSpc>
                <a:spcPct val="90000"/>
              </a:lnSpc>
              <a:spcBef>
                <a:spcPts val="500"/>
              </a:spcBef>
              <a:spcAft>
                <a:spcPts val="0"/>
              </a:spcAft>
              <a:buClr>
                <a:srgbClr val="171616"/>
              </a:buClr>
              <a:buSzPts val="1800"/>
              <a:buChar char="•"/>
              <a:defRPr>
                <a:solidFill>
                  <a:srgbClr val="171616"/>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896749994" name="Google Shape;10;p1"/>
          <p:cNvSpPr txBox="1"/>
          <p:nvPr>
            <p:ph type="title"/>
          </p:nvPr>
        </p:nvSpPr>
        <p:spPr bwMode="auto">
          <a:xfrm>
            <a:off x="678884" y="603666"/>
            <a:ext cx="10834232" cy="612775"/>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3400"/>
              <a:buFont typeface="Calibri"/>
              <a:buNone/>
              <a:defRPr sz="3400" b="1"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463266820" name="Google Shape;11;p1"/>
          <p:cNvSpPr txBox="1"/>
          <p:nvPr>
            <p:ph type="body" idx="1"/>
          </p:nvPr>
        </p:nvSpPr>
        <p:spPr bwMode="auto">
          <a:xfrm>
            <a:off x="678884" y="1659835"/>
            <a:ext cx="10834233" cy="4398065"/>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171616"/>
              </a:buClr>
              <a:buSzPts val="2800"/>
              <a:buFont typeface="Arial"/>
              <a:buChar char="•"/>
              <a:defRPr sz="2800" b="0" i="0" u="none" strike="noStrike" cap="none">
                <a:solidFill>
                  <a:srgbClr val="171616"/>
                </a:solidFill>
                <a:latin typeface="Calibri"/>
                <a:ea typeface="Calibri"/>
                <a:cs typeface="Calibri"/>
              </a:defRPr>
            </a:lvl1pPr>
            <a:lvl2pPr marL="914400" marR="0" lvl="1" indent="-381000" algn="l" rtl="0">
              <a:lnSpc>
                <a:spcPct val="90000"/>
              </a:lnSpc>
              <a:spcBef>
                <a:spcPts val="500"/>
              </a:spcBef>
              <a:spcAft>
                <a:spcPts val="0"/>
              </a:spcAft>
              <a:buClr>
                <a:srgbClr val="171616"/>
              </a:buClr>
              <a:buSzPts val="2400"/>
              <a:buFont typeface="Arial"/>
              <a:buChar char="•"/>
              <a:defRPr sz="2400" b="0" i="0" u="none" strike="noStrike" cap="none">
                <a:solidFill>
                  <a:srgbClr val="171616"/>
                </a:solidFill>
                <a:latin typeface="Calibri"/>
                <a:ea typeface="Calibri"/>
                <a:cs typeface="Calibri"/>
              </a:defRPr>
            </a:lvl2pPr>
            <a:lvl3pPr marL="1371600" marR="0" lvl="2" indent="-355600" algn="l" rtl="0">
              <a:lnSpc>
                <a:spcPct val="90000"/>
              </a:lnSpc>
              <a:spcBef>
                <a:spcPts val="500"/>
              </a:spcBef>
              <a:spcAft>
                <a:spcPts val="0"/>
              </a:spcAft>
              <a:buClr>
                <a:srgbClr val="171616"/>
              </a:buClr>
              <a:buSzPts val="2000"/>
              <a:buFont typeface="Arial"/>
              <a:buChar char="•"/>
              <a:defRPr sz="2000" b="0" i="0" u="none" strike="noStrike" cap="none">
                <a:solidFill>
                  <a:srgbClr val="171616"/>
                </a:solidFill>
                <a:latin typeface="Calibri"/>
                <a:ea typeface="Calibri"/>
                <a:cs typeface="Calibri"/>
              </a:defRPr>
            </a:lvl3pPr>
            <a:lvl4pPr marL="1828800" marR="0" lvl="3" indent="-342900" algn="l" rtl="0">
              <a:lnSpc>
                <a:spcPct val="90000"/>
              </a:lnSpc>
              <a:spcBef>
                <a:spcPts val="500"/>
              </a:spcBef>
              <a:spcAft>
                <a:spcPts val="0"/>
              </a:spcAft>
              <a:buClr>
                <a:srgbClr val="171616"/>
              </a:buClr>
              <a:buSzPts val="1800"/>
              <a:buFont typeface="Arial"/>
              <a:buChar char="•"/>
              <a:defRPr sz="1800" b="0" i="0" u="none" strike="noStrike" cap="none">
                <a:solidFill>
                  <a:srgbClr val="171616"/>
                </a:solidFill>
                <a:latin typeface="Calibri"/>
                <a:ea typeface="Calibri"/>
                <a:cs typeface="Calibri"/>
              </a:defRPr>
            </a:lvl4pPr>
            <a:lvl5pPr marL="2286000" marR="0" lvl="4" indent="-342900" algn="l" rtl="0">
              <a:lnSpc>
                <a:spcPct val="90000"/>
              </a:lnSpc>
              <a:spcBef>
                <a:spcPts val="500"/>
              </a:spcBef>
              <a:spcAft>
                <a:spcPts val="0"/>
              </a:spcAft>
              <a:buClr>
                <a:srgbClr val="171616"/>
              </a:buClr>
              <a:buSzPts val="1800"/>
              <a:buFont typeface="Arial"/>
              <a:buChar char="•"/>
              <a:defRPr sz="1800" b="0" i="0" u="none" strike="noStrike" cap="none">
                <a:solidFill>
                  <a:srgbClr val="171616"/>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pic>
        <p:nvPicPr>
          <p:cNvPr id="1625192482" name="Google Shape;12;p1" descr="Top Ranked Data Science Institute, Classroom Plus Online Training | Boston  Institute of Analytics"/>
          <p:cNvPicPr/>
          <p:nvPr/>
        </p:nvPicPr>
        <p:blipFill rotWithShape="1">
          <a:blip r:embed="rId18">
            <a:alphaModFix/>
          </a:blip>
          <a:srcRect l="3999" t="0" r="3111" b="0"/>
          <a:stretch/>
        </p:blipFill>
        <p:spPr bwMode="auto">
          <a:xfrm>
            <a:off x="9493777" y="6115409"/>
            <a:ext cx="2019339" cy="548917"/>
          </a:xfrm>
          <a:prstGeom prst="rect">
            <a:avLst/>
          </a:prstGeom>
          <a:noFill/>
          <a:ln>
            <a:noFill/>
          </a:ln>
        </p:spPr>
      </p:pic>
      <p:sp>
        <p:nvSpPr>
          <p:cNvPr id="1002478257" name="Google Shape;13;p1"/>
          <p:cNvSpPr/>
          <p:nvPr/>
        </p:nvSpPr>
        <p:spPr bwMode="auto">
          <a:xfrm>
            <a:off x="678882" y="6207305"/>
            <a:ext cx="7474517" cy="365125"/>
          </a:xfrm>
          <a:prstGeom prst="rect">
            <a:avLst/>
          </a:prstGeom>
          <a:solidFill>
            <a:schemeClr val="lt1"/>
          </a:solidFill>
          <a:ln>
            <a:noFill/>
          </a:ln>
        </p:spPr>
        <p:txBody>
          <a:bodyPr spcFirstLastPara="1" wrap="square" lIns="0" tIns="0" rIns="0" bIns="0" anchor="ctr" anchorCtr="0">
            <a:noAutofit/>
          </a:bodyPr>
          <a:lstStyle/>
          <a:p>
            <a:pPr marL="0" marR="0" lvl="0" indent="0" algn="l" rtl="0">
              <a:spcBef>
                <a:spcPts val="0"/>
              </a:spcBef>
              <a:spcAft>
                <a:spcPts val="0"/>
              </a:spcAft>
              <a:buNone/>
              <a:defRPr/>
            </a:pPr>
            <a:r>
              <a:rPr lang="en-IN" sz="1100" b="1" i="0" u="none" strike="noStrike" cap="none">
                <a:solidFill>
                  <a:srgbClr val="AEABAB"/>
                </a:solidFill>
                <a:latin typeface="Calibri"/>
                <a:ea typeface="Calibri"/>
                <a:cs typeface="Calibri"/>
              </a:rPr>
              <a:t>CONFIDENTIAL</a:t>
            </a:r>
            <a:r>
              <a:rPr lang="en-IN" sz="1100" b="0" i="0" u="none" strike="noStrike" cap="none">
                <a:solidFill>
                  <a:srgbClr val="AEABAB"/>
                </a:solidFill>
                <a:latin typeface="Calibri"/>
                <a:ea typeface="Calibri"/>
                <a:cs typeface="Calibri"/>
              </a:rPr>
              <a:t>: The information in this document belongs to Boston Institute of Analytics LLC. Any unauthorized sharing of this material is prohibited and subject to legal action under breach of IP and confidentiality clauses. </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github.com/ArKosana/kosana-capstone-mobile-hardening" TargetMode="External"/><Relationship Id="rId4" Type="http://schemas.openxmlformats.org/officeDocument/2006/relationships/hyperlink" Target="https://apktool.org/" TargetMode="External"/><Relationship Id="rId5" Type="http://schemas.openxmlformats.org/officeDocument/2006/relationships/hyperlink" Target="https://github.com/skylot/jadx" TargetMode="External"/><Relationship Id="rId6" Type="http://schemas.openxmlformats.org/officeDocument/2006/relationships/hyperlink" Target="https://frida.re/" TargetMode="Externa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github.com/ArKosana/kosana-capstone-mobile-hardening"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1492207" name="Google Shape;82;p18"/>
          <p:cNvSpPr/>
          <p:nvPr/>
        </p:nvSpPr>
        <p:spPr bwMode="auto">
          <a:xfrm>
            <a:off x="0" y="2887075"/>
            <a:ext cx="12030000" cy="8685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r>
              <a:rPr lang="en-IN" sz="4900">
                <a:solidFill>
                  <a:schemeClr val="bg1"/>
                </a:solidFill>
                <a:latin typeface="Calibri"/>
                <a:ea typeface="Calibri"/>
                <a:cs typeface="Calibri"/>
              </a:rPr>
              <a:t>Automated </a:t>
            </a:r>
            <a:r>
              <a:rPr lang="en-IN" sz="4900">
                <a:solidFill>
                  <a:schemeClr val="bg1"/>
                </a:solidFill>
                <a:latin typeface="Calibri"/>
                <a:ea typeface="Calibri"/>
                <a:cs typeface="Calibri"/>
              </a:rPr>
              <a:t>Mob</a:t>
            </a:r>
            <a:r>
              <a:rPr lang="en-IN" sz="4900">
                <a:solidFill>
                  <a:schemeClr val="bg1"/>
                </a:solidFill>
                <a:latin typeface="Calibri"/>
                <a:ea typeface="Calibri"/>
                <a:cs typeface="Calibri"/>
              </a:rPr>
              <a:t>ile </a:t>
            </a:r>
            <a:r>
              <a:rPr lang="en-IN" sz="4900">
                <a:solidFill>
                  <a:schemeClr val="bg1"/>
                </a:solidFill>
                <a:latin typeface="Calibri"/>
                <a:ea typeface="Calibri"/>
                <a:cs typeface="Calibri"/>
              </a:rPr>
              <a:t>App Hardening Evidence-driven Pentest</a:t>
            </a:r>
            <a:endParaRPr sz="1900" b="1">
              <a:solidFill>
                <a:schemeClr val="bg1"/>
              </a:solidFill>
              <a:latin typeface="Calibri"/>
              <a:ea typeface="Calibri"/>
              <a:cs typeface="Calibri"/>
            </a:endParaRPr>
          </a:p>
        </p:txBody>
      </p:sp>
      <p:sp>
        <p:nvSpPr>
          <p:cNvPr id="1860376200" name="Google Shape;83;p18"/>
          <p:cNvSpPr txBox="1"/>
          <p:nvPr/>
        </p:nvSpPr>
        <p:spPr bwMode="auto">
          <a:xfrm>
            <a:off x="7607399" y="5524949"/>
            <a:ext cx="4422960" cy="5184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IN" sz="2800">
                <a:solidFill>
                  <a:schemeClr val="bg1"/>
                </a:solidFill>
                <a:latin typeface="Calibri"/>
                <a:ea typeface="Calibri"/>
                <a:cs typeface="Calibri"/>
              </a:rPr>
              <a:t>KOSANA ANKAMMA RAO</a:t>
            </a:r>
            <a:endParaRPr sz="2800">
              <a:solidFill>
                <a:schemeClr val="bg1"/>
              </a:solidFill>
              <a:latin typeface="Calibri"/>
              <a:ea typeface="Calibri"/>
              <a:cs typeface="Calibri"/>
            </a:endParaRPr>
          </a:p>
        </p:txBody>
      </p:sp>
      <p:sp>
        <p:nvSpPr>
          <p:cNvPr id="1761440346" name="Google Shape;84;p18"/>
          <p:cNvSpPr txBox="1"/>
          <p:nvPr/>
        </p:nvSpPr>
        <p:spPr bwMode="auto">
          <a:xfrm>
            <a:off x="3431874" y="1615275"/>
            <a:ext cx="8814960" cy="60993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endParaRPr sz="2800">
              <a:solidFill>
                <a:schemeClr val="bg1"/>
              </a:solidFill>
              <a:latin typeface="Calibri"/>
              <a:ea typeface="Calibri"/>
              <a:cs typeface="Calibri"/>
            </a:endParaRPr>
          </a:p>
        </p:txBody>
      </p:sp>
      <p:sp>
        <p:nvSpPr>
          <p:cNvPr id="2021320468" name="Google Shape;85;p18"/>
          <p:cNvSpPr txBox="1"/>
          <p:nvPr/>
        </p:nvSpPr>
        <p:spPr bwMode="auto">
          <a:xfrm>
            <a:off x="2049475" y="4111225"/>
            <a:ext cx="9144000" cy="6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IN" sz="2800">
                <a:solidFill>
                  <a:schemeClr val="bg1"/>
                </a:solidFill>
                <a:latin typeface="Calibri"/>
                <a:ea typeface="Calibri"/>
                <a:cs typeface="Calibri"/>
              </a:rPr>
              <a:t>From </a:t>
            </a:r>
            <a:r>
              <a:rPr lang="en-IN" sz="2800">
                <a:solidFill>
                  <a:schemeClr val="bg1"/>
                </a:solidFill>
                <a:latin typeface="Calibri"/>
                <a:ea typeface="Calibri"/>
                <a:cs typeface="Calibri"/>
              </a:rPr>
              <a:t>vulnerability </a:t>
            </a:r>
            <a:r>
              <a:rPr lang="en-IN" sz="2800">
                <a:solidFill>
                  <a:schemeClr val="bg1"/>
                </a:solidFill>
                <a:latin typeface="Calibri"/>
                <a:ea typeface="Calibri"/>
                <a:cs typeface="Calibri"/>
              </a:rPr>
              <a:t>detection to automated remediation</a:t>
            </a:r>
            <a:endParaRPr sz="2800">
              <a:solidFill>
                <a:schemeClr val="bg1"/>
              </a:solidFill>
              <a:latin typeface="Calibri"/>
              <a:ea typeface="Calibri"/>
              <a:cs typeface="Calibri"/>
            </a:endParaRPr>
          </a:p>
        </p:txBody>
      </p:sp>
      <p:sp>
        <p:nvSpPr>
          <p:cNvPr id="1958025297" name="Google Shape;86;p18"/>
          <p:cNvSpPr txBox="1"/>
          <p:nvPr/>
        </p:nvSpPr>
        <p:spPr bwMode="auto">
          <a:xfrm flipH="0" flipV="0">
            <a:off x="7810974" y="5931499"/>
            <a:ext cx="3761941" cy="349799"/>
          </a:xfrm>
          <a:prstGeom prst="rect">
            <a:avLst/>
          </a:prstGeom>
          <a:noFill/>
          <a:ln>
            <a:noFill/>
          </a:ln>
        </p:spPr>
        <p:txBody>
          <a:bodyPr spcFirstLastPara="1" wrap="square" lIns="91424" tIns="91424" rIns="91424" bIns="91424" anchor="t" anchorCtr="0">
            <a:noAutofit/>
          </a:bodyPr>
          <a:lstStyle/>
          <a:p>
            <a:pPr marL="0" lvl="0" indent="0" algn="l" rtl="0">
              <a:spcBef>
                <a:spcPts val="0"/>
              </a:spcBef>
              <a:spcAft>
                <a:spcPts val="0"/>
              </a:spcAft>
              <a:buNone/>
              <a:defRPr/>
            </a:pPr>
            <a:r>
              <a:rPr lang="en-IN" sz="2800">
                <a:solidFill>
                  <a:schemeClr val="bg1"/>
                </a:solidFill>
                <a:latin typeface="Calibri"/>
                <a:ea typeface="Calibri"/>
                <a:cs typeface="Calibri"/>
              </a:rPr>
              <a:t>kosana.ar@gmail.com</a:t>
            </a:r>
            <a:endParaRPr sz="2800">
              <a:solidFill>
                <a:schemeClr val="bg1"/>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8926758" name="Google Shape;91;p19"/>
          <p:cNvSpPr txBox="1"/>
          <p:nvPr>
            <p:ph type="title"/>
          </p:nvPr>
        </p:nvSpPr>
        <p:spPr bwMode="auto">
          <a:xfrm>
            <a:off x="678884" y="230441"/>
            <a:ext cx="10834200" cy="612900"/>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Clr>
                <a:schemeClr val="dk1"/>
              </a:buClr>
              <a:buSzPts val="3400"/>
              <a:buFont typeface="Calibri"/>
              <a:buNone/>
              <a:defRPr/>
            </a:pPr>
            <a:r>
              <a:rPr lang="en-IN"/>
              <a:t>Abstract:</a:t>
            </a:r>
            <a:endParaRPr/>
          </a:p>
        </p:txBody>
      </p:sp>
      <p:sp>
        <p:nvSpPr>
          <p:cNvPr id="490903359" name="Google Shape;92;p19"/>
          <p:cNvSpPr txBox="1"/>
          <p:nvPr>
            <p:ph type="body" idx="1"/>
          </p:nvPr>
        </p:nvSpPr>
        <p:spPr bwMode="auto">
          <a:xfrm>
            <a:off x="1145900" y="1006500"/>
            <a:ext cx="10502400" cy="5147700"/>
          </a:xfrm>
          <a:prstGeom prst="rect">
            <a:avLst/>
          </a:prstGeom>
          <a:noFill/>
          <a:ln>
            <a:noFill/>
          </a:ln>
        </p:spPr>
        <p:txBody>
          <a:bodyPr spcFirstLastPara="1" wrap="square" lIns="91425" tIns="45700" rIns="91425" bIns="45700" anchor="t" anchorCtr="0">
            <a:normAutofit fontScale="92500"/>
          </a:bodyPr>
          <a:lstStyle/>
          <a:p>
            <a:pPr marL="457200" lvl="0" indent="-387191" algn="l" rtl="0">
              <a:lnSpc>
                <a:spcPct val="150000"/>
              </a:lnSpc>
              <a:spcBef>
                <a:spcPts val="1000"/>
              </a:spcBef>
              <a:spcAft>
                <a:spcPts val="0"/>
              </a:spcAft>
              <a:buSzPct val="100000"/>
              <a:buChar char="•"/>
              <a:defRPr/>
            </a:pPr>
            <a:r>
              <a:rPr lang="en-IN" sz="2700"/>
              <a:t>Performing security assessment on Android mobile application InsecureBankv2</a:t>
            </a:r>
            <a:endParaRPr sz="2700"/>
          </a:p>
          <a:p>
            <a:pPr marL="457200" lvl="0" indent="-387191" algn="l" rtl="0">
              <a:lnSpc>
                <a:spcPct val="150000"/>
              </a:lnSpc>
              <a:spcBef>
                <a:spcPts val="0"/>
              </a:spcBef>
              <a:spcAft>
                <a:spcPts val="0"/>
              </a:spcAft>
              <a:buSzPct val="100000"/>
              <a:buChar char="•"/>
              <a:defRPr/>
            </a:pPr>
            <a:r>
              <a:rPr lang="en-IN" sz="2700"/>
              <a:t>Identifying vulnerable components, insecure configurations, and data exposure risks</a:t>
            </a:r>
            <a:endParaRPr sz="2700"/>
          </a:p>
          <a:p>
            <a:pPr marL="457200" lvl="0" indent="-387191" algn="l" rtl="0">
              <a:lnSpc>
                <a:spcPct val="150000"/>
              </a:lnSpc>
              <a:spcBef>
                <a:spcPts val="0"/>
              </a:spcBef>
              <a:spcAft>
                <a:spcPts val="0"/>
              </a:spcAft>
              <a:buSzPct val="100000"/>
              <a:buChar char="•"/>
              <a:defRPr/>
            </a:pPr>
            <a:r>
              <a:rPr lang="en-IN" sz="2700"/>
              <a:t>Demonstrating proof-of-concept exploits for critical vulnerabilities</a:t>
            </a:r>
            <a:endParaRPr sz="2700"/>
          </a:p>
          <a:p>
            <a:pPr marL="457200" lvl="0" indent="-387191" algn="l" rtl="0">
              <a:lnSpc>
                <a:spcPct val="150000"/>
              </a:lnSpc>
              <a:spcBef>
                <a:spcPts val="0"/>
              </a:spcBef>
              <a:spcAft>
                <a:spcPts val="0"/>
              </a:spcAft>
              <a:buSzPct val="100000"/>
              <a:buChar char="•"/>
              <a:defRPr/>
            </a:pPr>
            <a:r>
              <a:rPr lang="en-IN" sz="2700"/>
              <a:t>Implementing automated hardening and verifying remediation effectiveness</a:t>
            </a:r>
            <a:endParaRPr sz="2700"/>
          </a:p>
          <a:p>
            <a:pPr marL="457200" lvl="0" indent="-387191" algn="l" rtl="0">
              <a:lnSpc>
                <a:spcPct val="150000"/>
              </a:lnSpc>
              <a:spcBef>
                <a:spcPts val="0"/>
              </a:spcBef>
              <a:spcAft>
                <a:spcPts val="0"/>
              </a:spcAft>
              <a:buSzPct val="100000"/>
              <a:buChar char="•"/>
              <a:defRPr/>
            </a:pPr>
            <a:r>
              <a:rPr lang="en-IN" sz="2700"/>
              <a:t>The purpose is to build a reproducible pipeline that finds mobile app vulnerabilities, demonstrates exploits, applies fixes, and produces auditor-ready evidence</a:t>
            </a:r>
            <a:endParaRPr sz="27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2765787" name="Google Shape;98;p20"/>
          <p:cNvSpPr txBox="1"/>
          <p:nvPr>
            <p:ph type="title"/>
          </p:nvPr>
        </p:nvSpPr>
        <p:spPr bwMode="auto">
          <a:xfrm>
            <a:off x="678909" y="277066"/>
            <a:ext cx="10834200" cy="612900"/>
          </a:xfrm>
          <a:prstGeom prst="rect">
            <a:avLst/>
          </a:prstGeom>
        </p:spPr>
        <p:txBody>
          <a:bodyPr spcFirstLastPara="1" wrap="square" lIns="0" tIns="0" rIns="0" bIns="0" anchor="ctr" anchorCtr="0">
            <a:normAutofit/>
          </a:bodyPr>
          <a:lstStyle/>
          <a:p>
            <a:pPr marL="0" lvl="0" indent="0" algn="l" rtl="0">
              <a:spcBef>
                <a:spcPts val="1000"/>
              </a:spcBef>
              <a:spcAft>
                <a:spcPts val="0"/>
              </a:spcAft>
              <a:buNone/>
              <a:defRPr/>
            </a:pPr>
            <a:r>
              <a:rPr lang="en-IN"/>
              <a:t>Application Details:</a:t>
            </a:r>
            <a:endParaRPr sz="4100"/>
          </a:p>
        </p:txBody>
      </p:sp>
      <p:sp>
        <p:nvSpPr>
          <p:cNvPr id="2029158047" name="Google Shape;99;p20"/>
          <p:cNvSpPr txBox="1"/>
          <p:nvPr>
            <p:ph type="body" idx="1"/>
          </p:nvPr>
        </p:nvSpPr>
        <p:spPr bwMode="auto">
          <a:xfrm>
            <a:off x="678900" y="1115225"/>
            <a:ext cx="11518500" cy="4932000"/>
          </a:xfrm>
          <a:prstGeom prst="rect">
            <a:avLst/>
          </a:prstGeom>
        </p:spPr>
        <p:txBody>
          <a:bodyPr spcFirstLastPara="1" wrap="square" lIns="91425" tIns="45700" rIns="91425" bIns="45700" anchor="t" anchorCtr="0">
            <a:normAutofit fontScale="85000"/>
          </a:bodyPr>
          <a:lstStyle/>
          <a:p>
            <a:pPr marL="457200" lvl="0" indent="-379730" algn="l" rtl="0">
              <a:lnSpc>
                <a:spcPct val="150000"/>
              </a:lnSpc>
              <a:spcBef>
                <a:spcPts val="1000"/>
              </a:spcBef>
              <a:spcAft>
                <a:spcPts val="0"/>
              </a:spcAft>
              <a:buSzPct val="100000"/>
              <a:buChar char="•"/>
              <a:defRPr/>
            </a:pPr>
            <a:r>
              <a:rPr lang="en-IN" b="1"/>
              <a:t>Application Name</a:t>
            </a:r>
            <a:r>
              <a:rPr lang="en-IN"/>
              <a:t>: InsecureBankv2 (Intentionally Vulnerable Android App)</a:t>
            </a:r>
            <a:endParaRPr/>
          </a:p>
          <a:p>
            <a:pPr marL="457200" lvl="0" indent="-379730" algn="l" rtl="0">
              <a:lnSpc>
                <a:spcPct val="150000"/>
              </a:lnSpc>
              <a:spcBef>
                <a:spcPts val="0"/>
              </a:spcBef>
              <a:spcAft>
                <a:spcPts val="0"/>
              </a:spcAft>
              <a:buSzPct val="100000"/>
              <a:buChar char="•"/>
              <a:defRPr/>
            </a:pPr>
            <a:r>
              <a:rPr lang="en-IN" b="1"/>
              <a:t>Category:</a:t>
            </a:r>
            <a:r>
              <a:rPr lang="en-IN"/>
              <a:t> Banking &amp; Finance (Demo)</a:t>
            </a:r>
            <a:endParaRPr/>
          </a:p>
          <a:p>
            <a:pPr marL="457200" lvl="0" indent="-379730" algn="l" rtl="0">
              <a:lnSpc>
                <a:spcPct val="150000"/>
              </a:lnSpc>
              <a:spcBef>
                <a:spcPts val="0"/>
              </a:spcBef>
              <a:spcAft>
                <a:spcPts val="0"/>
              </a:spcAft>
              <a:buSzPct val="100000"/>
              <a:buChar char="•"/>
              <a:defRPr/>
            </a:pPr>
            <a:r>
              <a:rPr lang="en-IN" b="1"/>
              <a:t>Package Name:</a:t>
            </a:r>
            <a:r>
              <a:rPr lang="en-IN"/>
              <a:t> com.android.insecurebankv2</a:t>
            </a:r>
            <a:endParaRPr/>
          </a:p>
          <a:p>
            <a:pPr marL="457200" lvl="0" indent="-379730" algn="l" rtl="0">
              <a:lnSpc>
                <a:spcPct val="150000"/>
              </a:lnSpc>
              <a:spcBef>
                <a:spcPts val="0"/>
              </a:spcBef>
              <a:spcAft>
                <a:spcPts val="0"/>
              </a:spcAft>
              <a:buSzPct val="100000"/>
              <a:buChar char="•"/>
              <a:defRPr/>
            </a:pPr>
            <a:r>
              <a:rPr lang="en-IN" b="1"/>
              <a:t>Popularity:</a:t>
            </a:r>
            <a:r>
              <a:rPr lang="en-IN"/>
              <a:t> Widely used in cybersecurity training for mobile app security testing. Provides realistic banking environment with intentional vulnerabilities for educational purposes including insecure data storage, exported components, and authentication flaws.</a:t>
            </a:r>
            <a:endParaRPr/>
          </a:p>
          <a:p>
            <a:pPr marL="457200" lvl="0" indent="-379730" algn="l" rtl="0">
              <a:lnSpc>
                <a:spcPct val="150000"/>
              </a:lnSpc>
              <a:spcBef>
                <a:spcPts val="0"/>
              </a:spcBef>
              <a:spcAft>
                <a:spcPts val="0"/>
              </a:spcAft>
              <a:buSzPct val="100000"/>
              <a:buChar char="•"/>
              <a:defRPr/>
            </a:pPr>
            <a:r>
              <a:rPr lang="en-IN" b="1"/>
              <a:t>Usage:</a:t>
            </a:r>
            <a:r>
              <a:rPr lang="en-IN"/>
              <a:t> Safe environment for practicing mobile app penetration testing, understanding Android security mechanisms, and learning secure coding practices.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1800003" name="Google Shape;105;p21"/>
          <p:cNvSpPr txBox="1"/>
          <p:nvPr>
            <p:ph type="title"/>
          </p:nvPr>
        </p:nvSpPr>
        <p:spPr bwMode="auto">
          <a:xfrm>
            <a:off x="678884" y="603666"/>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Project Objective:</a:t>
            </a:r>
            <a:endParaRPr/>
          </a:p>
        </p:txBody>
      </p:sp>
      <p:sp>
        <p:nvSpPr>
          <p:cNvPr id="1162657798" name="Google Shape;106;p21"/>
          <p:cNvSpPr txBox="1"/>
          <p:nvPr>
            <p:ph type="body" idx="1"/>
          </p:nvPr>
        </p:nvSpPr>
        <p:spPr bwMode="auto">
          <a:xfrm>
            <a:off x="678884" y="1465150"/>
            <a:ext cx="10834200" cy="4398000"/>
          </a:xfrm>
          <a:prstGeom prst="rect">
            <a:avLst/>
          </a:prstGeom>
        </p:spPr>
        <p:txBody>
          <a:bodyPr spcFirstLastPara="1" wrap="square" lIns="91425" tIns="45700" rIns="91425" bIns="45700" anchor="t" anchorCtr="0">
            <a:normAutofit lnSpcReduction="10000"/>
          </a:bodyPr>
          <a:lstStyle/>
          <a:p>
            <a:pPr marL="457200" lvl="0" indent="-406400" algn="l" rtl="0">
              <a:lnSpc>
                <a:spcPct val="150000"/>
              </a:lnSpc>
              <a:spcBef>
                <a:spcPts val="1000"/>
              </a:spcBef>
              <a:spcAft>
                <a:spcPts val="0"/>
              </a:spcAft>
              <a:buSzPts val="2800"/>
              <a:buChar char="•"/>
              <a:defRPr/>
            </a:pPr>
            <a:r>
              <a:rPr lang="en-IN" b="1"/>
              <a:t>Primary Goal:</a:t>
            </a:r>
            <a:r>
              <a:rPr lang="en-IN"/>
              <a:t> Scan an Android APK to identify security vulnerabilities, demonstrate exploits, apply automated hardening, and verify remediation.</a:t>
            </a:r>
            <a:endParaRPr/>
          </a:p>
          <a:p>
            <a:pPr marL="0" lvl="0" indent="0" algn="l" rtl="0">
              <a:lnSpc>
                <a:spcPct val="150000"/>
              </a:lnSpc>
              <a:spcBef>
                <a:spcPts val="1000"/>
              </a:spcBef>
              <a:spcAft>
                <a:spcPts val="0"/>
              </a:spcAft>
              <a:buNone/>
              <a:defRPr/>
            </a:pPr>
            <a:r>
              <a:rPr lang="en-IN"/>
              <a:t>  </a:t>
            </a:r>
            <a:r>
              <a:rPr lang="en-IN" b="1"/>
              <a:t>T</a:t>
            </a:r>
            <a:r>
              <a:rPr lang="en-IN" b="1"/>
              <a:t>echnology Stack Used</a:t>
            </a:r>
            <a:r>
              <a:rPr lang="en-IN" b="1"/>
              <a:t>:</a:t>
            </a:r>
            <a:endParaRPr b="1"/>
          </a:p>
          <a:p>
            <a:pPr marL="457200" lvl="0" indent="-406400" algn="l" rtl="0">
              <a:lnSpc>
                <a:spcPct val="150000"/>
              </a:lnSpc>
              <a:spcBef>
                <a:spcPts val="1000"/>
              </a:spcBef>
              <a:spcAft>
                <a:spcPts val="0"/>
              </a:spcAft>
              <a:buSzPts val="2800"/>
              <a:buChar char="•"/>
              <a:defRPr/>
            </a:pPr>
            <a:r>
              <a:rPr lang="en-IN"/>
              <a:t>Android App: InsecureBankv2 APK</a:t>
            </a:r>
            <a:endParaRPr/>
          </a:p>
          <a:p>
            <a:pPr marL="457200" lvl="0" indent="-406400" algn="l" rtl="0">
              <a:lnSpc>
                <a:spcPct val="150000"/>
              </a:lnSpc>
              <a:spcBef>
                <a:spcPts val="0"/>
              </a:spcBef>
              <a:spcAft>
                <a:spcPts val="0"/>
              </a:spcAft>
              <a:buSzPts val="2800"/>
              <a:buChar char="•"/>
              <a:defRPr/>
            </a:pPr>
            <a:r>
              <a:rPr lang="en-IN"/>
              <a:t>Testing Platform: Kali Linux</a:t>
            </a:r>
            <a:endParaRPr/>
          </a:p>
          <a:p>
            <a:pPr marL="457200" lvl="0" indent="-406400" algn="l" rtl="0">
              <a:lnSpc>
                <a:spcPct val="150000"/>
              </a:lnSpc>
              <a:spcBef>
                <a:spcPts val="0"/>
              </a:spcBef>
              <a:spcAft>
                <a:spcPts val="0"/>
              </a:spcAft>
              <a:buSzPts val="2800"/>
              <a:buChar char="•"/>
              <a:defRPr/>
            </a:pPr>
            <a:r>
              <a:rPr lang="en-IN"/>
              <a:t>Device: Android physical device/emulator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0268299" name="Google Shape;112;p22"/>
          <p:cNvSpPr txBox="1"/>
          <p:nvPr>
            <p:ph type="title"/>
          </p:nvPr>
        </p:nvSpPr>
        <p:spPr bwMode="auto">
          <a:xfrm>
            <a:off x="678909" y="720290"/>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Tools &amp; Technologies</a:t>
            </a:r>
            <a:r>
              <a:rPr lang="en-IN"/>
              <a:t>:</a:t>
            </a:r>
            <a:endParaRPr/>
          </a:p>
        </p:txBody>
      </p:sp>
      <p:sp>
        <p:nvSpPr>
          <p:cNvPr id="2010976624" name="Google Shape;113;p22"/>
          <p:cNvSpPr txBox="1"/>
          <p:nvPr>
            <p:ph type="body" idx="1"/>
          </p:nvPr>
        </p:nvSpPr>
        <p:spPr bwMode="auto">
          <a:xfrm>
            <a:off x="678909" y="1486600"/>
            <a:ext cx="10834200" cy="4398000"/>
          </a:xfrm>
          <a:prstGeom prst="rect">
            <a:avLst/>
          </a:prstGeom>
        </p:spPr>
        <p:txBody>
          <a:bodyPr spcFirstLastPara="1" wrap="square" lIns="91425" tIns="45700" rIns="91425" bIns="45700" anchor="t" anchorCtr="0">
            <a:noAutofit/>
          </a:bodyPr>
          <a:lstStyle/>
          <a:p>
            <a:pPr marL="0" lvl="0" indent="0" algn="l" rtl="0">
              <a:lnSpc>
                <a:spcPct val="150000"/>
              </a:lnSpc>
              <a:spcBef>
                <a:spcPts val="1200"/>
              </a:spcBef>
              <a:spcAft>
                <a:spcPts val="0"/>
              </a:spcAft>
              <a:buNone/>
              <a:defRPr/>
            </a:pPr>
            <a:r>
              <a:rPr lang="en-IN" sz="2500">
                <a:solidFill>
                  <a:srgbClr val="000000"/>
                </a:solidFill>
                <a:latin typeface="Roboto"/>
                <a:ea typeface="Roboto"/>
                <a:cs typeface="Roboto"/>
              </a:rPr>
              <a:t>Static Analysis:</a:t>
            </a:r>
            <a:endParaRPr sz="2500">
              <a:solidFill>
                <a:srgbClr val="000000"/>
              </a:solidFill>
              <a:latin typeface="Roboto"/>
              <a:ea typeface="Roboto"/>
              <a:cs typeface="Roboto"/>
            </a:endParaRPr>
          </a:p>
          <a:p>
            <a:pPr marL="457200" lvl="0" indent="-387350" algn="l" rtl="0">
              <a:lnSpc>
                <a:spcPct val="150000"/>
              </a:lnSpc>
              <a:spcBef>
                <a:spcPts val="1200"/>
              </a:spcBef>
              <a:spcAft>
                <a:spcPts val="0"/>
              </a:spcAft>
              <a:buClr>
                <a:srgbClr val="000000"/>
              </a:buClr>
              <a:buSzPts val="2500"/>
              <a:buFont typeface="Roboto"/>
              <a:buChar char="●"/>
              <a:defRPr/>
            </a:pPr>
            <a:r>
              <a:rPr lang="en-IN" sz="2500">
                <a:solidFill>
                  <a:srgbClr val="000000"/>
                </a:solidFill>
                <a:latin typeface="Roboto"/>
                <a:ea typeface="Roboto"/>
                <a:cs typeface="Roboto"/>
              </a:rPr>
              <a:t>Apktool - APK decompilation and rebuilding</a:t>
            </a:r>
            <a:endParaRPr sz="2500">
              <a:solidFill>
                <a:srgbClr val="000000"/>
              </a:solidFill>
              <a:latin typeface="Roboto"/>
              <a:ea typeface="Roboto"/>
              <a:cs typeface="Roboto"/>
            </a:endParaRPr>
          </a:p>
          <a:p>
            <a:pPr marL="457200" lvl="0" indent="-387350" algn="l" rtl="0">
              <a:lnSpc>
                <a:spcPct val="150000"/>
              </a:lnSpc>
              <a:spcBef>
                <a:spcPts val="0"/>
              </a:spcBef>
              <a:spcAft>
                <a:spcPts val="0"/>
              </a:spcAft>
              <a:buClr>
                <a:srgbClr val="000000"/>
              </a:buClr>
              <a:buSzPts val="2500"/>
              <a:buFont typeface="Roboto"/>
              <a:buChar char="●"/>
              <a:defRPr/>
            </a:pPr>
            <a:r>
              <a:rPr lang="en-IN" sz="2500">
                <a:solidFill>
                  <a:srgbClr val="000000"/>
                </a:solidFill>
                <a:latin typeface="Roboto"/>
                <a:ea typeface="Roboto"/>
                <a:cs typeface="Roboto"/>
              </a:rPr>
              <a:t>JADX - Java source code analysis</a:t>
            </a:r>
            <a:r>
              <a:rPr lang="en-US" sz="2500">
                <a:solidFill>
                  <a:srgbClr val="000000"/>
                </a:solidFill>
                <a:latin typeface="Roboto"/>
                <a:ea typeface="Roboto"/>
                <a:cs typeface="Roboto"/>
              </a:rPr>
              <a:t> and grep command</a:t>
            </a:r>
            <a:endParaRPr sz="2500">
              <a:solidFill>
                <a:srgbClr val="000000"/>
              </a:solidFill>
              <a:latin typeface="Roboto"/>
              <a:ea typeface="Roboto"/>
              <a:cs typeface="Roboto"/>
            </a:endParaRPr>
          </a:p>
          <a:p>
            <a:pPr marL="457200" lvl="0" indent="-387350" algn="l" rtl="0">
              <a:lnSpc>
                <a:spcPct val="150000"/>
              </a:lnSpc>
              <a:spcBef>
                <a:spcPts val="0"/>
              </a:spcBef>
              <a:spcAft>
                <a:spcPts val="0"/>
              </a:spcAft>
              <a:buClr>
                <a:srgbClr val="000000"/>
              </a:buClr>
              <a:buSzPts val="2500"/>
              <a:buFont typeface="Roboto"/>
              <a:buChar char="●"/>
              <a:defRPr/>
            </a:pPr>
            <a:r>
              <a:rPr lang="en-IN" sz="2500">
                <a:solidFill>
                  <a:srgbClr val="000000"/>
                </a:solidFill>
                <a:latin typeface="Roboto"/>
                <a:ea typeface="Roboto"/>
                <a:cs typeface="Roboto"/>
              </a:rPr>
              <a:t>Static Scan Script - Custom automation for vulnerability detection</a:t>
            </a:r>
            <a:endParaRPr sz="2500">
              <a:solidFill>
                <a:srgbClr val="000000"/>
              </a:solidFill>
              <a:latin typeface="Roboto"/>
              <a:ea typeface="Roboto"/>
              <a:cs typeface="Roboto"/>
            </a:endParaRPr>
          </a:p>
          <a:p>
            <a:pPr marL="0" lvl="0" indent="0" algn="l" rtl="0">
              <a:lnSpc>
                <a:spcPct val="150000"/>
              </a:lnSpc>
              <a:spcBef>
                <a:spcPts val="1200"/>
              </a:spcBef>
              <a:spcAft>
                <a:spcPts val="0"/>
              </a:spcAft>
              <a:buNone/>
              <a:defRPr/>
            </a:pPr>
            <a:r>
              <a:rPr lang="en-IN" sz="2500">
                <a:solidFill>
                  <a:srgbClr val="000000"/>
                </a:solidFill>
                <a:latin typeface="Roboto"/>
                <a:ea typeface="Roboto"/>
                <a:cs typeface="Roboto"/>
              </a:rPr>
              <a:t>Dynamic Analysis:</a:t>
            </a:r>
            <a:endParaRPr sz="2500">
              <a:solidFill>
                <a:srgbClr val="000000"/>
              </a:solidFill>
              <a:latin typeface="Roboto"/>
              <a:ea typeface="Roboto"/>
              <a:cs typeface="Roboto"/>
            </a:endParaRPr>
          </a:p>
          <a:p>
            <a:pPr marL="457200" lvl="0" indent="-387350" algn="l" rtl="0">
              <a:lnSpc>
                <a:spcPct val="150000"/>
              </a:lnSpc>
              <a:spcBef>
                <a:spcPts val="1200"/>
              </a:spcBef>
              <a:spcAft>
                <a:spcPts val="0"/>
              </a:spcAft>
              <a:buClr>
                <a:srgbClr val="000000"/>
              </a:buClr>
              <a:buSzPts val="2500"/>
              <a:buFont typeface="Roboto"/>
              <a:buChar char="●"/>
              <a:defRPr/>
            </a:pPr>
            <a:r>
              <a:rPr lang="en-IN" sz="2500">
                <a:solidFill>
                  <a:srgbClr val="000000"/>
                </a:solidFill>
                <a:latin typeface="Roboto"/>
                <a:ea typeface="Roboto"/>
                <a:cs typeface="Roboto"/>
              </a:rPr>
              <a:t>Frida - Runtime instrumentation and hooking</a:t>
            </a:r>
            <a:endParaRPr sz="2500">
              <a:solidFill>
                <a:srgbClr val="000000"/>
              </a:solidFill>
              <a:latin typeface="Roboto"/>
              <a:ea typeface="Roboto"/>
              <a:cs typeface="Roboto"/>
            </a:endParaRPr>
          </a:p>
          <a:p>
            <a:pPr marL="457200" lvl="0" indent="-387350" algn="l" rtl="0">
              <a:lnSpc>
                <a:spcPct val="150000"/>
              </a:lnSpc>
              <a:spcBef>
                <a:spcPts val="0"/>
              </a:spcBef>
              <a:spcAft>
                <a:spcPts val="0"/>
              </a:spcAft>
              <a:buClr>
                <a:srgbClr val="000000"/>
              </a:buClr>
              <a:buSzPts val="2500"/>
              <a:buFont typeface="Roboto"/>
              <a:buChar char="●"/>
              <a:defRPr/>
            </a:pPr>
            <a:r>
              <a:rPr lang="en-IN" sz="2500">
                <a:solidFill>
                  <a:srgbClr val="000000"/>
                </a:solidFill>
                <a:latin typeface="Roboto"/>
                <a:ea typeface="Roboto"/>
                <a:cs typeface="Roboto"/>
              </a:rPr>
              <a:t>ADB - Android Debug Bridge for device communication</a:t>
            </a:r>
            <a:endParaRPr sz="2500">
              <a:solidFill>
                <a:srgbClr val="000000"/>
              </a:solidFill>
              <a:latin typeface="Roboto"/>
              <a:ea typeface="Roboto"/>
              <a:cs typeface="Roboto"/>
            </a:endParaRPr>
          </a:p>
          <a:p>
            <a:pPr marL="0" lvl="0" indent="0" algn="l" rtl="0">
              <a:lnSpc>
                <a:spcPct val="150000"/>
              </a:lnSpc>
              <a:spcBef>
                <a:spcPts val="1200"/>
              </a:spcBef>
              <a:spcAft>
                <a:spcPts val="0"/>
              </a:spcAft>
              <a:buNone/>
              <a:defRPr/>
            </a:pPr>
            <a:endParaRPr sz="3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75456141" name="Google Shape;119;p23" title="tools_architecture.png"/>
          <p:cNvPicPr/>
          <p:nvPr/>
        </p:nvPicPr>
        <p:blipFill rotWithShape="1">
          <a:blip r:embed="rId3">
            <a:alphaModFix/>
          </a:blip>
          <a:srcRect l="0" t="0" r="22958" b="0"/>
          <a:stretch/>
        </p:blipFill>
        <p:spPr bwMode="auto">
          <a:xfrm>
            <a:off x="808050" y="857275"/>
            <a:ext cx="10575898" cy="4350349"/>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2708280" name="Google Shape;125;p24"/>
          <p:cNvSpPr txBox="1"/>
          <p:nvPr>
            <p:ph type="body" idx="1"/>
          </p:nvPr>
        </p:nvSpPr>
        <p:spPr bwMode="auto">
          <a:xfrm>
            <a:off x="678909" y="1230000"/>
            <a:ext cx="10834200" cy="4398000"/>
          </a:xfrm>
          <a:prstGeom prst="rect">
            <a:avLst/>
          </a:prstGeom>
        </p:spPr>
        <p:txBody>
          <a:bodyPr spcFirstLastPara="1" wrap="square" lIns="91425" tIns="45700" rIns="91425" bIns="45700" anchor="t" anchorCtr="0">
            <a:normAutofit fontScale="85000" lnSpcReduction="20000"/>
          </a:bodyPr>
          <a:lstStyle/>
          <a:p>
            <a:pPr marL="0" lvl="0" indent="0" algn="l" rtl="0">
              <a:lnSpc>
                <a:spcPct val="150000"/>
              </a:lnSpc>
              <a:spcBef>
                <a:spcPts val="1200"/>
              </a:spcBef>
              <a:spcAft>
                <a:spcPts val="0"/>
              </a:spcAft>
              <a:buNone/>
              <a:defRPr/>
            </a:pPr>
            <a:r>
              <a:rPr lang="en-IN" sz="2700">
                <a:solidFill>
                  <a:srgbClr val="000000"/>
                </a:solidFill>
                <a:latin typeface="Roboto"/>
                <a:ea typeface="Roboto"/>
                <a:cs typeface="Roboto"/>
              </a:rPr>
              <a:t>Security Testing:</a:t>
            </a:r>
            <a:endParaRPr sz="2700">
              <a:solidFill>
                <a:srgbClr val="000000"/>
              </a:solidFill>
              <a:latin typeface="Roboto"/>
              <a:ea typeface="Roboto"/>
              <a:cs typeface="Roboto"/>
            </a:endParaRPr>
          </a:p>
          <a:p>
            <a:pPr marL="457200" lvl="0" indent="-374332" algn="l" rtl="0">
              <a:lnSpc>
                <a:spcPct val="150000"/>
              </a:lnSpc>
              <a:spcBef>
                <a:spcPts val="1200"/>
              </a:spcBef>
              <a:spcAft>
                <a:spcPts val="0"/>
              </a:spcAft>
              <a:buClr>
                <a:srgbClr val="000000"/>
              </a:buClr>
              <a:buSzPct val="100000"/>
              <a:buFont typeface="Roboto"/>
              <a:buChar char="●"/>
              <a:defRPr/>
            </a:pPr>
            <a:r>
              <a:rPr lang="en-IN" sz="2700">
                <a:solidFill>
                  <a:srgbClr val="000000"/>
                </a:solidFill>
                <a:latin typeface="Roboto"/>
                <a:ea typeface="Roboto"/>
                <a:cs typeface="Roboto"/>
              </a:rPr>
              <a:t>Custom Scripts - Automated vulnerability scanning and patching</a:t>
            </a:r>
            <a:endParaRPr sz="2700">
              <a:solidFill>
                <a:srgbClr val="000000"/>
              </a:solidFill>
              <a:latin typeface="Roboto"/>
              <a:ea typeface="Roboto"/>
              <a:cs typeface="Roboto"/>
            </a:endParaRPr>
          </a:p>
          <a:p>
            <a:pPr marL="457200" lvl="0" indent="-374332" algn="l" rtl="0">
              <a:lnSpc>
                <a:spcPct val="150000"/>
              </a:lnSpc>
              <a:spcBef>
                <a:spcPts val="0"/>
              </a:spcBef>
              <a:spcAft>
                <a:spcPts val="0"/>
              </a:spcAft>
              <a:buClr>
                <a:srgbClr val="000000"/>
              </a:buClr>
              <a:buSzPct val="100000"/>
              <a:buFont typeface="Roboto"/>
              <a:buChar char="●"/>
              <a:defRPr/>
            </a:pPr>
            <a:r>
              <a:rPr lang="en-IN" sz="2700">
                <a:solidFill>
                  <a:srgbClr val="000000"/>
                </a:solidFill>
                <a:latin typeface="Roboto"/>
                <a:ea typeface="Roboto"/>
                <a:cs typeface="Roboto"/>
              </a:rPr>
              <a:t>Component Testing - Intent-based vulnerability verification</a:t>
            </a:r>
            <a:endParaRPr sz="2700">
              <a:solidFill>
                <a:srgbClr val="000000"/>
              </a:solidFill>
              <a:latin typeface="Roboto"/>
              <a:ea typeface="Roboto"/>
              <a:cs typeface="Roboto"/>
            </a:endParaRPr>
          </a:p>
          <a:p>
            <a:pPr marL="0" lvl="0" indent="0" algn="l" rtl="0">
              <a:lnSpc>
                <a:spcPct val="150000"/>
              </a:lnSpc>
              <a:spcBef>
                <a:spcPts val="1200"/>
              </a:spcBef>
              <a:spcAft>
                <a:spcPts val="0"/>
              </a:spcAft>
              <a:buNone/>
              <a:defRPr/>
            </a:pPr>
            <a:r>
              <a:rPr lang="en-IN" sz="2700">
                <a:solidFill>
                  <a:srgbClr val="000000"/>
                </a:solidFill>
                <a:latin typeface="Roboto"/>
                <a:ea typeface="Roboto"/>
                <a:cs typeface="Roboto"/>
              </a:rPr>
              <a:t>Documentation:</a:t>
            </a:r>
            <a:endParaRPr sz="2700">
              <a:solidFill>
                <a:srgbClr val="000000"/>
              </a:solidFill>
              <a:latin typeface="Roboto"/>
              <a:ea typeface="Roboto"/>
              <a:cs typeface="Roboto"/>
            </a:endParaRPr>
          </a:p>
          <a:p>
            <a:pPr marL="457200" lvl="0" indent="-374332" algn="l" rtl="0">
              <a:lnSpc>
                <a:spcPct val="150000"/>
              </a:lnSpc>
              <a:spcBef>
                <a:spcPts val="1200"/>
              </a:spcBef>
              <a:spcAft>
                <a:spcPts val="0"/>
              </a:spcAft>
              <a:buClr>
                <a:srgbClr val="000000"/>
              </a:buClr>
              <a:buSzPct val="100000"/>
              <a:buFont typeface="Roboto"/>
              <a:buChar char="●"/>
              <a:defRPr/>
            </a:pPr>
            <a:r>
              <a:rPr lang="en-IN" sz="2700">
                <a:solidFill>
                  <a:srgbClr val="000000"/>
                </a:solidFill>
                <a:latin typeface="Roboto"/>
                <a:ea typeface="Roboto"/>
                <a:cs typeface="Roboto"/>
              </a:rPr>
              <a:t>Google Slides - Presentation</a:t>
            </a:r>
            <a:endParaRPr sz="2700">
              <a:solidFill>
                <a:srgbClr val="000000"/>
              </a:solidFill>
              <a:latin typeface="Roboto"/>
              <a:ea typeface="Roboto"/>
              <a:cs typeface="Roboto"/>
            </a:endParaRPr>
          </a:p>
          <a:p>
            <a:pPr marL="457200" lvl="0" indent="-374332" algn="l" rtl="0">
              <a:lnSpc>
                <a:spcPct val="150000"/>
              </a:lnSpc>
              <a:spcBef>
                <a:spcPts val="0"/>
              </a:spcBef>
              <a:spcAft>
                <a:spcPts val="0"/>
              </a:spcAft>
              <a:buClr>
                <a:srgbClr val="000000"/>
              </a:buClr>
              <a:buSzPct val="100000"/>
              <a:buFont typeface="Roboto"/>
              <a:buChar char="●"/>
              <a:defRPr/>
            </a:pPr>
            <a:r>
              <a:rPr lang="en-IN" sz="2700">
                <a:solidFill>
                  <a:srgbClr val="000000"/>
                </a:solidFill>
                <a:latin typeface="Roboto"/>
                <a:ea typeface="Roboto"/>
                <a:cs typeface="Roboto"/>
              </a:rPr>
              <a:t>GitHub - Code repository and documentation</a:t>
            </a:r>
            <a:endParaRPr sz="2700">
              <a:solidFill>
                <a:srgbClr val="000000"/>
              </a:solidFill>
              <a:latin typeface="Roboto"/>
              <a:ea typeface="Roboto"/>
              <a:cs typeface="Roboto"/>
            </a:endParaRPr>
          </a:p>
          <a:p>
            <a:pPr marL="457200" lvl="0" indent="-374332" algn="l" rtl="0">
              <a:lnSpc>
                <a:spcPct val="150000"/>
              </a:lnSpc>
              <a:spcBef>
                <a:spcPts val="0"/>
              </a:spcBef>
              <a:spcAft>
                <a:spcPts val="0"/>
              </a:spcAft>
              <a:buClr>
                <a:srgbClr val="000000"/>
              </a:buClr>
              <a:buSzPct val="100000"/>
              <a:buFont typeface="Roboto"/>
              <a:buChar char="●"/>
              <a:defRPr/>
            </a:pPr>
            <a:r>
              <a:rPr lang="en-IN" sz="2700">
                <a:solidFill>
                  <a:srgbClr val="000000"/>
                </a:solidFill>
                <a:latin typeface="Roboto"/>
                <a:ea typeface="Roboto"/>
                <a:cs typeface="Roboto"/>
              </a:rPr>
              <a:t>FFmpeg - Demo recording</a:t>
            </a:r>
            <a:endParaRPr sz="2700">
              <a:solidFill>
                <a:srgbClr val="000000"/>
              </a:solidFill>
              <a:latin typeface="Roboto"/>
              <a:ea typeface="Roboto"/>
              <a:cs typeface="Roboto"/>
            </a:endParaRPr>
          </a:p>
          <a:p>
            <a:pPr marL="0" lvl="0" indent="0" algn="l" rtl="0">
              <a:lnSpc>
                <a:spcPct val="150000"/>
              </a:lnSpc>
              <a:spcBef>
                <a:spcPts val="1200"/>
              </a:spcBef>
              <a:spcAft>
                <a:spcPts val="0"/>
              </a:spcAft>
              <a:buNone/>
              <a:defRPr/>
            </a:pPr>
            <a:endParaRPr sz="3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8426031" name="Google Shape;131;p25" title="terminal_workflow1.png"/>
          <p:cNvPicPr/>
          <p:nvPr/>
        </p:nvPicPr>
        <p:blipFill rotWithShape="1">
          <a:blip r:embed="rId3">
            <a:alphaModFix/>
          </a:blip>
          <a:srcRect l="0" t="3250" r="26128" b="0"/>
          <a:stretch/>
        </p:blipFill>
        <p:spPr bwMode="auto">
          <a:xfrm>
            <a:off x="303250" y="646400"/>
            <a:ext cx="7947873" cy="4981051"/>
          </a:xfrm>
          <a:prstGeom prst="rect">
            <a:avLst/>
          </a:prstGeom>
          <a:noFill/>
          <a:ln>
            <a:noFill/>
          </a:ln>
        </p:spPr>
      </p:pic>
      <p:pic>
        <p:nvPicPr>
          <p:cNvPr id="1376335291" name="Google Shape;132;p25" title="terminal_workflow2.png"/>
          <p:cNvPicPr/>
          <p:nvPr/>
        </p:nvPicPr>
        <p:blipFill rotWithShape="1">
          <a:blip r:embed="rId4">
            <a:alphaModFix/>
          </a:blip>
          <a:srcRect l="0" t="0" r="25031" b="0"/>
          <a:stretch/>
        </p:blipFill>
        <p:spPr bwMode="auto">
          <a:xfrm>
            <a:off x="5774125" y="1602200"/>
            <a:ext cx="6218598" cy="264072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4790155" name="Google Shape;138;p26"/>
          <p:cNvSpPr txBox="1"/>
          <p:nvPr>
            <p:ph type="title"/>
          </p:nvPr>
        </p:nvSpPr>
        <p:spPr bwMode="auto">
          <a:xfrm>
            <a:off x="678884" y="603666"/>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Vulnerabilities Found - Before Hardening:</a:t>
            </a:r>
            <a:endParaRPr/>
          </a:p>
        </p:txBody>
      </p:sp>
      <p:sp>
        <p:nvSpPr>
          <p:cNvPr id="110577238" name="Google Shape;139;p26"/>
          <p:cNvSpPr txBox="1"/>
          <p:nvPr>
            <p:ph type="body" idx="1"/>
          </p:nvPr>
        </p:nvSpPr>
        <p:spPr bwMode="auto">
          <a:xfrm>
            <a:off x="678909" y="1441825"/>
            <a:ext cx="10834200" cy="4398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defRPr/>
            </a:pPr>
            <a:r>
              <a:rPr lang="en-IN" b="1"/>
              <a:t>Critical Findings:</a:t>
            </a:r>
            <a:br>
              <a:rPr lang="en-IN" b="1"/>
            </a:br>
            <a:endParaRPr b="1"/>
          </a:p>
          <a:p>
            <a:pPr marL="457200" lvl="0" indent="-406400" algn="l" rtl="0">
              <a:lnSpc>
                <a:spcPct val="114999"/>
              </a:lnSpc>
              <a:spcBef>
                <a:spcPts val="1000"/>
              </a:spcBef>
              <a:spcAft>
                <a:spcPts val="0"/>
              </a:spcAft>
              <a:buSzPts val="2800"/>
              <a:buChar char="•"/>
              <a:defRPr/>
            </a:pPr>
            <a:r>
              <a:rPr lang="en-IN"/>
              <a:t>Multiple Exported Components: DoTransfer, ViewStatement, PostLogin, ChangePassword activities accessible without authentication</a:t>
            </a:r>
            <a:endParaRPr/>
          </a:p>
          <a:p>
            <a:pPr marL="457200" lvl="0" indent="-406400" algn="l" rtl="0">
              <a:lnSpc>
                <a:spcPct val="114999"/>
              </a:lnSpc>
              <a:spcBef>
                <a:spcPts val="0"/>
              </a:spcBef>
              <a:spcAft>
                <a:spcPts val="0"/>
              </a:spcAft>
              <a:buSzPts val="2800"/>
              <a:buChar char="•"/>
              <a:defRPr/>
            </a:pPr>
            <a:r>
              <a:rPr lang="en-IN"/>
              <a:t>Exported ContentProvider: Data exposure risk</a:t>
            </a:r>
            <a:endParaRPr/>
          </a:p>
          <a:p>
            <a:pPr marL="457200" lvl="0" indent="-406400" algn="l" rtl="0">
              <a:lnSpc>
                <a:spcPct val="114999"/>
              </a:lnSpc>
              <a:spcBef>
                <a:spcPts val="0"/>
              </a:spcBef>
              <a:spcAft>
                <a:spcPts val="0"/>
              </a:spcAft>
              <a:buSzPts val="2800"/>
              <a:buChar char="•"/>
              <a:defRPr/>
            </a:pPr>
            <a:r>
              <a:rPr lang="en-IN"/>
              <a:t>Exported BroadcastReceiver: Intent interception vulnerability</a:t>
            </a:r>
            <a:endParaRPr/>
          </a:p>
          <a:p>
            <a:pPr marL="457200" lvl="0" indent="-406400" algn="l" rtl="0">
              <a:lnSpc>
                <a:spcPct val="114999"/>
              </a:lnSpc>
              <a:spcBef>
                <a:spcPts val="0"/>
              </a:spcBef>
              <a:spcAft>
                <a:spcPts val="0"/>
              </a:spcAft>
              <a:buSzPts val="2800"/>
              <a:buChar char="•"/>
              <a:defRPr/>
            </a:pPr>
            <a:r>
              <a:rPr lang="en-IN"/>
              <a:t>Insecure Conf</a:t>
            </a:r>
            <a:r>
              <a:rPr lang="en-IN"/>
              <a:t>i</a:t>
            </a:r>
            <a:r>
              <a:rPr lang="en-IN"/>
              <a:t>guration: allowBackup="true", debuggable="true"</a:t>
            </a:r>
            <a:endParaRPr/>
          </a:p>
          <a:p>
            <a:pPr marL="457200" lvl="0" indent="-406400" algn="l" rtl="0">
              <a:lnSpc>
                <a:spcPct val="114999"/>
              </a:lnSpc>
              <a:spcBef>
                <a:spcPts val="0"/>
              </a:spcBef>
              <a:spcAft>
                <a:spcPts val="0"/>
              </a:spcAft>
              <a:buSzPts val="2800"/>
              <a:buChar char="•"/>
              <a:defRPr/>
            </a:pPr>
            <a:r>
              <a:rPr lang="en-IN"/>
              <a:t>Clear Text Storage: Potential sensitive data in SharedPreferences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7611" name="Google Shape;145;p27" title="vulnerabilities_before1.png"/>
          <p:cNvPicPr/>
          <p:nvPr/>
        </p:nvPicPr>
        <p:blipFill rotWithShape="1">
          <a:blip r:embed="rId3">
            <a:alphaModFix/>
          </a:blip>
          <a:srcRect l="0" t="6305" r="0" b="0"/>
          <a:stretch/>
        </p:blipFill>
        <p:spPr bwMode="auto">
          <a:xfrm>
            <a:off x="968825" y="289025"/>
            <a:ext cx="9227750" cy="57625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53236130" name="Google Shape;151;p28" title="vulnerabilities_before2.png"/>
          <p:cNvPicPr/>
          <p:nvPr/>
        </p:nvPicPr>
        <p:blipFill rotWithShape="1">
          <a:blip r:embed="rId3">
            <a:alphaModFix/>
          </a:blip>
          <a:srcRect l="0" t="8441" r="0" b="0"/>
          <a:stretch/>
        </p:blipFill>
        <p:spPr bwMode="auto">
          <a:xfrm>
            <a:off x="898850" y="285650"/>
            <a:ext cx="9391027" cy="573082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27050073" name="Google Shape;157;p29" title="architecture_diagram.png"/>
          <p:cNvPicPr/>
          <p:nvPr/>
        </p:nvPicPr>
        <p:blipFill rotWithShape="1">
          <a:blip r:embed="rId3">
            <a:alphaModFix/>
          </a:blip>
          <a:srcRect l="0" t="0" r="63983" b="0"/>
          <a:stretch/>
        </p:blipFill>
        <p:spPr bwMode="auto">
          <a:xfrm>
            <a:off x="1342175" y="152400"/>
            <a:ext cx="3442749" cy="587630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5132377" name="Google Shape;163;p30"/>
          <p:cNvSpPr txBox="1"/>
          <p:nvPr>
            <p:ph type="title"/>
          </p:nvPr>
        </p:nvSpPr>
        <p:spPr bwMode="auto">
          <a:xfrm>
            <a:off x="678884" y="393716"/>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sz="3500"/>
              <a:t>Vulnerability Analysis - Exported Components:</a:t>
            </a:r>
            <a:endParaRPr sz="3500"/>
          </a:p>
        </p:txBody>
      </p:sp>
      <p:sp>
        <p:nvSpPr>
          <p:cNvPr id="1365385427" name="Google Shape;164;p30"/>
          <p:cNvSpPr txBox="1"/>
          <p:nvPr>
            <p:ph type="body" idx="1"/>
          </p:nvPr>
        </p:nvSpPr>
        <p:spPr bwMode="auto">
          <a:xfrm>
            <a:off x="678884" y="1230000"/>
            <a:ext cx="10834200" cy="4398000"/>
          </a:xfrm>
          <a:prstGeom prst="rect">
            <a:avLst/>
          </a:prstGeom>
        </p:spPr>
        <p:txBody>
          <a:bodyPr spcFirstLastPara="1" wrap="square" lIns="91425" tIns="45700" rIns="91425" bIns="45700" anchor="t" anchorCtr="0">
            <a:noAutofit/>
          </a:bodyPr>
          <a:lstStyle/>
          <a:p>
            <a:pPr marL="0" lvl="0" indent="0" algn="l" rtl="0">
              <a:lnSpc>
                <a:spcPct val="140000"/>
              </a:lnSpc>
              <a:spcBef>
                <a:spcPts val="1200"/>
              </a:spcBef>
              <a:spcAft>
                <a:spcPts val="0"/>
              </a:spcAft>
              <a:buNone/>
              <a:defRPr/>
            </a:pPr>
            <a:r>
              <a:rPr lang="en-IN" sz="2300" b="1">
                <a:solidFill>
                  <a:srgbClr val="000000"/>
                </a:solidFill>
                <a:latin typeface="Roboto"/>
                <a:ea typeface="Roboto"/>
                <a:cs typeface="Roboto"/>
              </a:rPr>
              <a:t>Observation:</a:t>
            </a:r>
            <a:br>
              <a:rPr lang="en-IN" sz="2300" b="1">
                <a:solidFill>
                  <a:srgbClr val="000000"/>
                </a:solidFill>
                <a:latin typeface="Roboto"/>
                <a:ea typeface="Roboto"/>
                <a:cs typeface="Roboto"/>
              </a:rPr>
            </a:br>
            <a:r>
              <a:rPr lang="en-IN" sz="2300">
                <a:solidFill>
                  <a:srgbClr val="000000"/>
                </a:solidFill>
                <a:latin typeface="Roboto"/>
                <a:ea typeface="Roboto"/>
                <a:cs typeface="Roboto"/>
              </a:rPr>
              <a:t>Multiple banking activities (DoTransfer, ViewStatement, PostLogin, ChangePassword) were exported without proper permission checks, allowing unauthorized access.</a:t>
            </a:r>
            <a:endParaRPr sz="2300">
              <a:solidFill>
                <a:srgbClr val="000000"/>
              </a:solidFill>
              <a:latin typeface="Roboto"/>
              <a:ea typeface="Roboto"/>
              <a:cs typeface="Roboto"/>
            </a:endParaRPr>
          </a:p>
          <a:p>
            <a:pPr marL="0" lvl="0" indent="0" algn="l" rtl="0">
              <a:lnSpc>
                <a:spcPct val="140000"/>
              </a:lnSpc>
              <a:spcBef>
                <a:spcPts val="1200"/>
              </a:spcBef>
              <a:spcAft>
                <a:spcPts val="0"/>
              </a:spcAft>
              <a:buNone/>
              <a:defRPr/>
            </a:pPr>
            <a:r>
              <a:rPr lang="en-IN" sz="2300" b="1">
                <a:solidFill>
                  <a:srgbClr val="000000"/>
                </a:solidFill>
                <a:latin typeface="Roboto"/>
                <a:ea typeface="Roboto"/>
                <a:cs typeface="Roboto"/>
              </a:rPr>
              <a:t>Risk Impact:</a:t>
            </a:r>
            <a:endParaRPr sz="2300" b="1">
              <a:solidFill>
                <a:srgbClr val="000000"/>
              </a:solidFill>
              <a:latin typeface="Roboto"/>
              <a:ea typeface="Roboto"/>
              <a:cs typeface="Roboto"/>
            </a:endParaRPr>
          </a:p>
          <a:p>
            <a:pPr marL="457200" lvl="0" indent="-374650" algn="l" rtl="0">
              <a:lnSpc>
                <a:spcPct val="140000"/>
              </a:lnSpc>
              <a:spcBef>
                <a:spcPts val="1200"/>
              </a:spcBef>
              <a:spcAft>
                <a:spcPts val="0"/>
              </a:spcAft>
              <a:buClr>
                <a:srgbClr val="000000"/>
              </a:buClr>
              <a:buSzPts val="2300"/>
              <a:buFont typeface="Roboto"/>
              <a:buChar char="●"/>
              <a:defRPr/>
            </a:pPr>
            <a:r>
              <a:rPr lang="en-IN" sz="2300">
                <a:solidFill>
                  <a:srgbClr val="000000"/>
                </a:solidFill>
                <a:latin typeface="Roboto"/>
                <a:ea typeface="Roboto"/>
                <a:cs typeface="Roboto"/>
              </a:rPr>
              <a:t>Attackers can launch sensitive banking operations without authentication</a:t>
            </a:r>
            <a:endParaRPr sz="2300">
              <a:solidFill>
                <a:srgbClr val="000000"/>
              </a:solidFill>
              <a:latin typeface="Roboto"/>
              <a:ea typeface="Roboto"/>
              <a:cs typeface="Roboto"/>
            </a:endParaRPr>
          </a:p>
          <a:p>
            <a:pPr marL="457200" lvl="0" indent="-374650" algn="l" rtl="0">
              <a:lnSpc>
                <a:spcPct val="140000"/>
              </a:lnSpc>
              <a:spcBef>
                <a:spcPts val="0"/>
              </a:spcBef>
              <a:spcAft>
                <a:spcPts val="0"/>
              </a:spcAft>
              <a:buClr>
                <a:srgbClr val="000000"/>
              </a:buClr>
              <a:buSzPts val="2300"/>
              <a:buFont typeface="Roboto"/>
              <a:buChar char="●"/>
              <a:defRPr/>
            </a:pPr>
            <a:r>
              <a:rPr lang="en-IN" sz="2300">
                <a:solidFill>
                  <a:srgbClr val="000000"/>
                </a:solidFill>
                <a:latin typeface="Roboto"/>
                <a:ea typeface="Roboto"/>
                <a:cs typeface="Roboto"/>
              </a:rPr>
              <a:t>Financial transactions could be initiated externally</a:t>
            </a:r>
            <a:endParaRPr sz="2300">
              <a:solidFill>
                <a:srgbClr val="000000"/>
              </a:solidFill>
              <a:latin typeface="Roboto"/>
              <a:ea typeface="Roboto"/>
              <a:cs typeface="Roboto"/>
            </a:endParaRPr>
          </a:p>
          <a:p>
            <a:pPr marL="457200" lvl="0" indent="-374650" algn="l" rtl="0">
              <a:lnSpc>
                <a:spcPct val="140000"/>
              </a:lnSpc>
              <a:spcBef>
                <a:spcPts val="0"/>
              </a:spcBef>
              <a:spcAft>
                <a:spcPts val="0"/>
              </a:spcAft>
              <a:buClr>
                <a:srgbClr val="000000"/>
              </a:buClr>
              <a:buSzPts val="2300"/>
              <a:buFont typeface="Roboto"/>
              <a:buChar char="●"/>
              <a:defRPr/>
            </a:pPr>
            <a:r>
              <a:rPr lang="en-IN" sz="2300">
                <a:solidFill>
                  <a:srgbClr val="000000"/>
                </a:solidFill>
                <a:latin typeface="Roboto"/>
                <a:ea typeface="Roboto"/>
                <a:cs typeface="Roboto"/>
              </a:rPr>
              <a:t>User data exposure through unauthorized component access</a:t>
            </a:r>
            <a:endParaRPr sz="2300">
              <a:solidFill>
                <a:srgbClr val="000000"/>
              </a:solidFill>
              <a:latin typeface="Roboto"/>
              <a:ea typeface="Roboto"/>
              <a:cs typeface="Roboto"/>
            </a:endParaRPr>
          </a:p>
          <a:p>
            <a:pPr marL="0" lvl="0" indent="0" algn="l" rtl="0">
              <a:lnSpc>
                <a:spcPct val="140000"/>
              </a:lnSpc>
              <a:spcBef>
                <a:spcPts val="1200"/>
              </a:spcBef>
              <a:spcAft>
                <a:spcPts val="1200"/>
              </a:spcAft>
              <a:buNone/>
              <a:defRPr/>
            </a:pPr>
            <a:r>
              <a:rPr lang="en-IN" sz="2300" b="1">
                <a:solidFill>
                  <a:srgbClr val="000000"/>
                </a:solidFill>
                <a:latin typeface="Roboto"/>
                <a:ea typeface="Roboto"/>
                <a:cs typeface="Roboto"/>
              </a:rPr>
              <a:t>Severity: High</a:t>
            </a:r>
            <a:r>
              <a:rPr lang="en-IN" sz="2300">
                <a:solidFill>
                  <a:srgbClr val="000000"/>
                </a:solidFill>
                <a:latin typeface="Roboto"/>
                <a:ea typeface="Roboto"/>
                <a:cs typeface="Roboto"/>
              </a:rPr>
              <a:t> - Direct impact on financial operations and user data</a:t>
            </a:r>
            <a:endParaRPr sz="390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1011788" name="Google Shape;170;p31" title="component_hijack_poc1.png"/>
          <p:cNvPicPr/>
          <p:nvPr/>
        </p:nvPicPr>
        <p:blipFill rotWithShape="1">
          <a:blip r:embed="rId3">
            <a:alphaModFix/>
          </a:blip>
          <a:srcRect l="0" t="1853" r="0" b="5468"/>
          <a:stretch/>
        </p:blipFill>
        <p:spPr bwMode="auto">
          <a:xfrm>
            <a:off x="933950" y="262350"/>
            <a:ext cx="9285949" cy="5735576"/>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0362813" name="Google Shape;176;p32"/>
          <p:cNvPicPr/>
          <p:nvPr/>
        </p:nvPicPr>
        <p:blipFill rotWithShape="1">
          <a:blip r:embed="rId3">
            <a:alphaModFix/>
          </a:blip>
          <a:srcRect l="0" t="0" r="31200" b="0"/>
          <a:stretch/>
        </p:blipFill>
        <p:spPr bwMode="auto">
          <a:xfrm>
            <a:off x="828875" y="1556950"/>
            <a:ext cx="8178048" cy="245522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3914176" name="Google Shape;182;p33"/>
          <p:cNvSpPr txBox="1"/>
          <p:nvPr>
            <p:ph type="title"/>
          </p:nvPr>
        </p:nvSpPr>
        <p:spPr bwMode="auto">
          <a:xfrm>
            <a:off x="678884" y="347066"/>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Vulnerability Analysis - Insecure Configurations:</a:t>
            </a:r>
            <a:endParaRPr/>
          </a:p>
        </p:txBody>
      </p:sp>
      <p:sp>
        <p:nvSpPr>
          <p:cNvPr id="256339714" name="Google Shape;183;p33"/>
          <p:cNvSpPr txBox="1"/>
          <p:nvPr>
            <p:ph type="body" idx="1"/>
          </p:nvPr>
        </p:nvSpPr>
        <p:spPr bwMode="auto">
          <a:xfrm>
            <a:off x="678884" y="1115250"/>
            <a:ext cx="10834200" cy="4398000"/>
          </a:xfrm>
          <a:prstGeom prst="rect">
            <a:avLst/>
          </a:prstGeom>
        </p:spPr>
        <p:txBody>
          <a:bodyPr spcFirstLastPara="1" wrap="square" lIns="91425" tIns="45700" rIns="91425" bIns="45700" anchor="t" anchorCtr="0">
            <a:noAutofit/>
          </a:bodyPr>
          <a:lstStyle/>
          <a:p>
            <a:pPr marL="0" lvl="0" indent="0" algn="l" rtl="0">
              <a:lnSpc>
                <a:spcPct val="150000"/>
              </a:lnSpc>
              <a:spcBef>
                <a:spcPts val="1200"/>
              </a:spcBef>
              <a:spcAft>
                <a:spcPts val="0"/>
              </a:spcAft>
              <a:buNone/>
              <a:defRPr/>
            </a:pPr>
            <a:r>
              <a:rPr lang="en-IN" sz="2200" b="1">
                <a:solidFill>
                  <a:srgbClr val="000000"/>
                </a:solidFill>
                <a:latin typeface="Roboto"/>
                <a:ea typeface="Roboto"/>
                <a:cs typeface="Roboto"/>
              </a:rPr>
              <a:t>Observation:</a:t>
            </a:r>
            <a:br>
              <a:rPr lang="en-IN" sz="2200" b="1">
                <a:solidFill>
                  <a:srgbClr val="000000"/>
                </a:solidFill>
                <a:latin typeface="Roboto"/>
                <a:ea typeface="Roboto"/>
                <a:cs typeface="Roboto"/>
              </a:rPr>
            </a:br>
            <a:r>
              <a:rPr lang="en-IN" sz="2200">
                <a:solidFill>
                  <a:srgbClr val="000000"/>
                </a:solidFill>
                <a:latin typeface="Roboto"/>
                <a:ea typeface="Roboto"/>
                <a:cs typeface="Roboto"/>
              </a:rPr>
              <a:t>Application configured with </a:t>
            </a:r>
            <a:r>
              <a:rPr lang="en-IN" sz="2050">
                <a:solidFill>
                  <a:srgbClr val="000000"/>
                </a:solidFill>
                <a:latin typeface="Roboto Mono"/>
                <a:ea typeface="Roboto Mono"/>
                <a:cs typeface="Roboto Mono"/>
              </a:rPr>
              <a:t>android:allowBackup="true"</a:t>
            </a:r>
            <a:r>
              <a:rPr lang="en-IN" sz="2200">
                <a:solidFill>
                  <a:srgbClr val="000000"/>
                </a:solidFill>
                <a:latin typeface="Roboto"/>
                <a:ea typeface="Roboto"/>
                <a:cs typeface="Roboto"/>
              </a:rPr>
              <a:t> and </a:t>
            </a:r>
            <a:r>
              <a:rPr lang="en-IN" sz="2050">
                <a:solidFill>
                  <a:srgbClr val="000000"/>
                </a:solidFill>
                <a:latin typeface="Roboto Mono"/>
                <a:ea typeface="Roboto Mono"/>
                <a:cs typeface="Roboto Mono"/>
              </a:rPr>
              <a:t>android:debuggable="true"</a:t>
            </a:r>
            <a:r>
              <a:rPr lang="en-IN" sz="2200">
                <a:solidFill>
                  <a:srgbClr val="000000"/>
                </a:solidFill>
                <a:latin typeface="Roboto"/>
                <a:ea typeface="Roboto"/>
                <a:cs typeface="Roboto"/>
              </a:rPr>
              <a:t> enabling backup extraction and debugging in production.</a:t>
            </a:r>
            <a:endParaRPr sz="2200">
              <a:solidFill>
                <a:srgbClr val="000000"/>
              </a:solidFill>
              <a:latin typeface="Roboto"/>
              <a:ea typeface="Roboto"/>
              <a:cs typeface="Roboto"/>
            </a:endParaRPr>
          </a:p>
          <a:p>
            <a:pPr marL="0" lvl="0" indent="0" algn="l" rtl="0">
              <a:lnSpc>
                <a:spcPct val="150000"/>
              </a:lnSpc>
              <a:spcBef>
                <a:spcPts val="1200"/>
              </a:spcBef>
              <a:spcAft>
                <a:spcPts val="0"/>
              </a:spcAft>
              <a:buNone/>
              <a:defRPr/>
            </a:pPr>
            <a:r>
              <a:rPr lang="en-IN" sz="2200" b="1">
                <a:solidFill>
                  <a:srgbClr val="000000"/>
                </a:solidFill>
                <a:latin typeface="Roboto"/>
                <a:ea typeface="Roboto"/>
                <a:cs typeface="Roboto"/>
              </a:rPr>
              <a:t>Risk Impact:</a:t>
            </a:r>
            <a:endParaRPr sz="2200" b="1">
              <a:solidFill>
                <a:srgbClr val="000000"/>
              </a:solidFill>
              <a:latin typeface="Roboto"/>
              <a:ea typeface="Roboto"/>
              <a:cs typeface="Roboto"/>
            </a:endParaRPr>
          </a:p>
          <a:p>
            <a:pPr marL="457200" lvl="0" indent="-368300" algn="l" rtl="0">
              <a:lnSpc>
                <a:spcPct val="150000"/>
              </a:lnSpc>
              <a:spcBef>
                <a:spcPts val="1200"/>
              </a:spcBef>
              <a:spcAft>
                <a:spcPts val="0"/>
              </a:spcAft>
              <a:buClr>
                <a:srgbClr val="000000"/>
              </a:buClr>
              <a:buSzPts val="2200"/>
              <a:buFont typeface="Roboto"/>
              <a:buChar char="●"/>
              <a:defRPr/>
            </a:pPr>
            <a:r>
              <a:rPr lang="en-IN" sz="2200">
                <a:solidFill>
                  <a:srgbClr val="000000"/>
                </a:solidFill>
                <a:latin typeface="Roboto"/>
                <a:ea typeface="Roboto"/>
                <a:cs typeface="Roboto"/>
              </a:rPr>
              <a:t>Backup data can be extracted without root access</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Debugging information exposed in production</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Easier reverse engineering and analysis</a:t>
            </a:r>
            <a:endParaRPr sz="2200">
              <a:solidFill>
                <a:srgbClr val="000000"/>
              </a:solidFill>
              <a:latin typeface="Roboto"/>
              <a:ea typeface="Roboto"/>
              <a:cs typeface="Roboto"/>
            </a:endParaRPr>
          </a:p>
          <a:p>
            <a:pPr marL="0" lvl="0" indent="0" algn="l" rtl="0">
              <a:lnSpc>
                <a:spcPct val="150000"/>
              </a:lnSpc>
              <a:spcBef>
                <a:spcPts val="1200"/>
              </a:spcBef>
              <a:spcAft>
                <a:spcPts val="1200"/>
              </a:spcAft>
              <a:buNone/>
              <a:defRPr/>
            </a:pPr>
            <a:r>
              <a:rPr lang="en-IN" sz="2200" b="1">
                <a:solidFill>
                  <a:srgbClr val="000000"/>
                </a:solidFill>
                <a:latin typeface="Roboto"/>
                <a:ea typeface="Roboto"/>
                <a:cs typeface="Roboto"/>
              </a:rPr>
              <a:t>Severity: Medium </a:t>
            </a:r>
            <a:r>
              <a:rPr lang="en-IN" sz="2200">
                <a:solidFill>
                  <a:srgbClr val="000000"/>
                </a:solidFill>
                <a:latin typeface="Roboto"/>
                <a:ea typeface="Roboto"/>
                <a:cs typeface="Roboto"/>
              </a:rPr>
              <a:t>- Information disclosure and ease of analysis</a:t>
            </a:r>
            <a:endParaRPr sz="3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0350275" name="Google Shape;189;p34"/>
          <p:cNvPicPr/>
          <p:nvPr/>
        </p:nvPicPr>
        <p:blipFill rotWithShape="1">
          <a:blip r:embed="rId3">
            <a:alphaModFix/>
          </a:blip>
          <a:srcRect l="0" t="10929" r="0" b="0"/>
          <a:stretch/>
        </p:blipFill>
        <p:spPr bwMode="auto">
          <a:xfrm>
            <a:off x="688925" y="169025"/>
            <a:ext cx="9832202" cy="5836774"/>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64933288" name="Google Shape;195;p35"/>
          <p:cNvPicPr/>
          <p:nvPr/>
        </p:nvPicPr>
        <p:blipFill rotWithShape="1">
          <a:blip r:embed="rId3">
            <a:alphaModFix/>
          </a:blip>
          <a:srcRect l="0" t="0" r="57105" b="0"/>
          <a:stretch/>
        </p:blipFill>
        <p:spPr bwMode="auto">
          <a:xfrm>
            <a:off x="1152988" y="315675"/>
            <a:ext cx="9386476" cy="3002450"/>
          </a:xfrm>
          <a:prstGeom prst="rect">
            <a:avLst/>
          </a:prstGeom>
          <a:noFill/>
          <a:ln>
            <a:noFill/>
          </a:ln>
        </p:spPr>
      </p:pic>
      <p:sp>
        <p:nvSpPr>
          <p:cNvPr id="912376931" name="Google Shape;196;p35"/>
          <p:cNvSpPr txBox="1"/>
          <p:nvPr/>
        </p:nvSpPr>
        <p:spPr bwMode="auto">
          <a:xfrm>
            <a:off x="695850" y="3621375"/>
            <a:ext cx="10800300" cy="212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defRPr/>
            </a:pPr>
            <a:r>
              <a:rPr lang="en-IN" sz="2800">
                <a:solidFill>
                  <a:srgbClr val="171616"/>
                </a:solidFill>
                <a:latin typeface="Calibri"/>
                <a:ea typeface="Calibri"/>
                <a:cs typeface="Calibri"/>
              </a:rPr>
              <a:t>This proves that all those vulnerabilities we found in the before scan as shown in the previous picture are gone</a:t>
            </a:r>
            <a:endParaRPr sz="2800">
              <a:solidFill>
                <a:srgbClr val="171616"/>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4755634" name="Google Shape;202;p36"/>
          <p:cNvSpPr txBox="1"/>
          <p:nvPr>
            <p:ph type="title"/>
          </p:nvPr>
        </p:nvSpPr>
        <p:spPr bwMode="auto">
          <a:xfrm>
            <a:off x="678884" y="603666"/>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Proof of Concept - Component Hijacking:</a:t>
            </a:r>
            <a:endParaRPr/>
          </a:p>
        </p:txBody>
      </p:sp>
      <p:sp>
        <p:nvSpPr>
          <p:cNvPr id="1940159818" name="Google Shape;203;p36"/>
          <p:cNvSpPr txBox="1"/>
          <p:nvPr>
            <p:ph type="body" idx="1"/>
          </p:nvPr>
        </p:nvSpPr>
        <p:spPr bwMode="auto">
          <a:xfrm>
            <a:off x="678909" y="1791700"/>
            <a:ext cx="10834200" cy="4398000"/>
          </a:xfrm>
          <a:prstGeom prst="rect">
            <a:avLst/>
          </a:prstGeom>
        </p:spPr>
        <p:txBody>
          <a:bodyPr spcFirstLastPara="1" wrap="square" lIns="91425" tIns="45700" rIns="91425" bIns="45700" anchor="t" anchorCtr="0">
            <a:noAutofit/>
          </a:bodyPr>
          <a:lstStyle/>
          <a:p>
            <a:pPr marL="0" lvl="0" indent="0" algn="l" rtl="0">
              <a:lnSpc>
                <a:spcPct val="150000"/>
              </a:lnSpc>
              <a:spcBef>
                <a:spcPts val="1200"/>
              </a:spcBef>
              <a:spcAft>
                <a:spcPts val="0"/>
              </a:spcAft>
              <a:buNone/>
              <a:defRPr/>
            </a:pPr>
            <a:r>
              <a:rPr lang="en-IN" sz="2500" b="1">
                <a:solidFill>
                  <a:srgbClr val="000000"/>
                </a:solidFill>
                <a:latin typeface="Roboto"/>
                <a:ea typeface="Roboto"/>
                <a:cs typeface="Roboto"/>
              </a:rPr>
              <a:t>Demonstration:</a:t>
            </a:r>
            <a:endParaRPr sz="2500" b="1">
              <a:solidFill>
                <a:srgbClr val="000000"/>
              </a:solidFill>
              <a:latin typeface="Roboto"/>
              <a:ea typeface="Roboto"/>
              <a:cs typeface="Roboto"/>
            </a:endParaRPr>
          </a:p>
          <a:p>
            <a:pPr marL="457200" lvl="0" indent="-374650" algn="l" rtl="0">
              <a:lnSpc>
                <a:spcPct val="150000"/>
              </a:lnSpc>
              <a:spcBef>
                <a:spcPts val="1200"/>
              </a:spcBef>
              <a:spcAft>
                <a:spcPts val="0"/>
              </a:spcAft>
              <a:buClr>
                <a:srgbClr val="000000"/>
              </a:buClr>
              <a:buSzPts val="2300"/>
              <a:buFont typeface="Roboto"/>
              <a:buChar char="●"/>
              <a:defRPr/>
            </a:pPr>
            <a:r>
              <a:rPr lang="en-IN" sz="2300">
                <a:solidFill>
                  <a:srgbClr val="000000"/>
                </a:solidFill>
                <a:latin typeface="Roboto"/>
                <a:ea typeface="Roboto"/>
                <a:cs typeface="Roboto"/>
              </a:rPr>
              <a:t>External applications can launch banking activities directly</a:t>
            </a:r>
            <a:endParaRPr sz="2300">
              <a:solidFill>
                <a:srgbClr val="000000"/>
              </a:solidFill>
              <a:latin typeface="Roboto"/>
              <a:ea typeface="Roboto"/>
              <a:cs typeface="Roboto"/>
            </a:endParaRPr>
          </a:p>
          <a:p>
            <a:pPr marL="457200" lvl="0" indent="-374650" algn="l" rtl="0">
              <a:lnSpc>
                <a:spcPct val="150000"/>
              </a:lnSpc>
              <a:spcBef>
                <a:spcPts val="0"/>
              </a:spcBef>
              <a:spcAft>
                <a:spcPts val="0"/>
              </a:spcAft>
              <a:buClr>
                <a:srgbClr val="000000"/>
              </a:buClr>
              <a:buSzPts val="2300"/>
              <a:buFont typeface="Roboto"/>
              <a:buChar char="●"/>
              <a:defRPr/>
            </a:pPr>
            <a:r>
              <a:rPr lang="en-IN" sz="2300">
                <a:solidFill>
                  <a:srgbClr val="000000"/>
                </a:solidFill>
                <a:latin typeface="Roboto"/>
                <a:ea typeface="Roboto"/>
                <a:cs typeface="Roboto"/>
              </a:rPr>
              <a:t>Bypasses authentication mechanisms</a:t>
            </a:r>
            <a:endParaRPr sz="2300">
              <a:solidFill>
                <a:srgbClr val="000000"/>
              </a:solidFill>
              <a:latin typeface="Roboto"/>
              <a:ea typeface="Roboto"/>
              <a:cs typeface="Roboto"/>
            </a:endParaRPr>
          </a:p>
          <a:p>
            <a:pPr marL="457200" lvl="0" indent="-374650" algn="l" rtl="0">
              <a:lnSpc>
                <a:spcPct val="150000"/>
              </a:lnSpc>
              <a:spcBef>
                <a:spcPts val="0"/>
              </a:spcBef>
              <a:spcAft>
                <a:spcPts val="0"/>
              </a:spcAft>
              <a:buClr>
                <a:srgbClr val="000000"/>
              </a:buClr>
              <a:buSzPts val="2300"/>
              <a:buFont typeface="Roboto"/>
              <a:buChar char="●"/>
              <a:defRPr/>
            </a:pPr>
            <a:r>
              <a:rPr lang="en-IN" sz="2300">
                <a:solidFill>
                  <a:srgbClr val="000000"/>
                </a:solidFill>
                <a:latin typeface="Roboto"/>
                <a:ea typeface="Roboto"/>
                <a:cs typeface="Roboto"/>
              </a:rPr>
              <a:t>Shows transfer functionality accessible without login</a:t>
            </a:r>
            <a:endParaRPr sz="2300">
              <a:solidFill>
                <a:srgbClr val="000000"/>
              </a:solidFill>
              <a:latin typeface="Roboto"/>
              <a:ea typeface="Roboto"/>
              <a:cs typeface="Roboto"/>
            </a:endParaRPr>
          </a:p>
          <a:p>
            <a:pPr marL="0" lvl="0" indent="0" algn="l" rtl="0">
              <a:lnSpc>
                <a:spcPct val="150000"/>
              </a:lnSpc>
              <a:spcBef>
                <a:spcPts val="1200"/>
              </a:spcBef>
              <a:spcAft>
                <a:spcPts val="0"/>
              </a:spcAft>
              <a:buNone/>
              <a:defRPr/>
            </a:pPr>
            <a:r>
              <a:rPr lang="en-IN" sz="2500" b="1">
                <a:solidFill>
                  <a:srgbClr val="000000"/>
                </a:solidFill>
                <a:latin typeface="Roboto"/>
                <a:ea typeface="Roboto"/>
                <a:cs typeface="Roboto"/>
              </a:rPr>
              <a:t>Evidence:</a:t>
            </a:r>
            <a:r>
              <a:rPr lang="en-IN" sz="2300">
                <a:solidFill>
                  <a:srgbClr val="000000"/>
                </a:solidFill>
                <a:latin typeface="Roboto"/>
                <a:ea typeface="Roboto"/>
                <a:cs typeface="Roboto"/>
              </a:rPr>
              <a:t> Component hijack successfully demonstrated that sensitive banking operations can be initiated by malicious apps without user interaction (shown in the previous pictures).</a:t>
            </a:r>
            <a:endParaRPr sz="2300">
              <a:solidFill>
                <a:srgbClr val="000000"/>
              </a:solidFill>
              <a:latin typeface="Roboto"/>
              <a:ea typeface="Roboto"/>
              <a:cs typeface="Roboto"/>
            </a:endParaRPr>
          </a:p>
          <a:p>
            <a:pPr marL="0" lvl="0" indent="0" algn="l" rtl="0">
              <a:lnSpc>
                <a:spcPct val="150000"/>
              </a:lnSpc>
              <a:spcBef>
                <a:spcPts val="1200"/>
              </a:spcBef>
              <a:spcAft>
                <a:spcPts val="0"/>
              </a:spcAft>
              <a:buNone/>
              <a:defRPr/>
            </a:pPr>
            <a:endParaRPr sz="2200">
              <a:solidFill>
                <a:srgbClr val="000000"/>
              </a:solidFill>
              <a:latin typeface="Arial"/>
              <a:ea typeface="Arial"/>
              <a:cs typeface="Arial"/>
            </a:endParaRPr>
          </a:p>
          <a:p>
            <a:pPr marL="0" lvl="0" indent="0" algn="l" rtl="0">
              <a:lnSpc>
                <a:spcPct val="150000"/>
              </a:lnSpc>
              <a:spcBef>
                <a:spcPts val="1000"/>
              </a:spcBef>
              <a:spcAft>
                <a:spcPts val="0"/>
              </a:spcAft>
              <a:buNone/>
              <a:defRPr/>
            </a:pPr>
            <a:endParaRPr sz="390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1182634" name="Google Shape;209;p37"/>
          <p:cNvSpPr txBox="1"/>
          <p:nvPr>
            <p:ph type="title"/>
          </p:nvPr>
        </p:nvSpPr>
        <p:spPr bwMode="auto">
          <a:xfrm>
            <a:off x="678909" y="370391"/>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Automated Hardening Process:</a:t>
            </a:r>
            <a:endParaRPr/>
          </a:p>
        </p:txBody>
      </p:sp>
      <p:sp>
        <p:nvSpPr>
          <p:cNvPr id="1273211376" name="Google Shape;210;p37"/>
          <p:cNvSpPr txBox="1"/>
          <p:nvPr>
            <p:ph type="body" idx="1"/>
          </p:nvPr>
        </p:nvSpPr>
        <p:spPr bwMode="auto">
          <a:xfrm>
            <a:off x="678909" y="1348500"/>
            <a:ext cx="10834200" cy="4398000"/>
          </a:xfrm>
          <a:prstGeom prst="rect">
            <a:avLst/>
          </a:prstGeom>
        </p:spPr>
        <p:txBody>
          <a:bodyPr spcFirstLastPara="1" wrap="square" lIns="91425" tIns="45700" rIns="91425" bIns="45700" anchor="t" anchorCtr="0">
            <a:noAutofit/>
          </a:bodyPr>
          <a:lstStyle/>
          <a:p>
            <a:pPr marL="0" lvl="0" indent="0" algn="l" rtl="0">
              <a:lnSpc>
                <a:spcPct val="150000"/>
              </a:lnSpc>
              <a:spcBef>
                <a:spcPts val="1200"/>
              </a:spcBef>
              <a:spcAft>
                <a:spcPts val="0"/>
              </a:spcAft>
              <a:buNone/>
              <a:defRPr/>
            </a:pPr>
            <a:r>
              <a:rPr lang="en-IN" sz="2300" b="1">
                <a:solidFill>
                  <a:srgbClr val="000000"/>
                </a:solidFill>
                <a:latin typeface="Roboto"/>
                <a:ea typeface="Roboto"/>
                <a:cs typeface="Roboto"/>
              </a:rPr>
              <a:t>Remediation Steps:</a:t>
            </a:r>
            <a:endParaRPr sz="2300" b="1">
              <a:solidFill>
                <a:srgbClr val="000000"/>
              </a:solidFill>
              <a:latin typeface="Roboto"/>
              <a:ea typeface="Roboto"/>
              <a:cs typeface="Roboto"/>
            </a:endParaRPr>
          </a:p>
          <a:p>
            <a:pPr marL="457200" lvl="0" indent="-374650" algn="l" rtl="0">
              <a:lnSpc>
                <a:spcPct val="150000"/>
              </a:lnSpc>
              <a:spcBef>
                <a:spcPts val="1200"/>
              </a:spcBef>
              <a:spcAft>
                <a:spcPts val="0"/>
              </a:spcAft>
              <a:buClr>
                <a:srgbClr val="000000"/>
              </a:buClr>
              <a:buSzPts val="2300"/>
              <a:buFont typeface="Roboto"/>
              <a:buAutoNum type="arabicPeriod"/>
              <a:defRPr/>
            </a:pPr>
            <a:r>
              <a:rPr lang="en-IN" sz="2300">
                <a:solidFill>
                  <a:srgbClr val="000000"/>
                </a:solidFill>
                <a:latin typeface="Roboto"/>
                <a:ea typeface="Roboto"/>
                <a:cs typeface="Roboto"/>
              </a:rPr>
              <a:t>Static Analysis: Automated scan identifies exported components</a:t>
            </a:r>
            <a:endParaRPr sz="2300">
              <a:solidFill>
                <a:srgbClr val="000000"/>
              </a:solidFill>
              <a:latin typeface="Roboto"/>
              <a:ea typeface="Roboto"/>
              <a:cs typeface="Roboto"/>
            </a:endParaRPr>
          </a:p>
          <a:p>
            <a:pPr marL="457200" lvl="0" indent="-304800" algn="l" rtl="0">
              <a:lnSpc>
                <a:spcPct val="150000"/>
              </a:lnSpc>
              <a:spcBef>
                <a:spcPts val="0"/>
              </a:spcBef>
              <a:spcAft>
                <a:spcPts val="0"/>
              </a:spcAft>
              <a:buClr>
                <a:srgbClr val="000000"/>
              </a:buClr>
              <a:buSzPts val="1200"/>
              <a:buFont typeface="Roboto"/>
              <a:buAutoNum type="arabicPeriod"/>
              <a:defRPr/>
            </a:pPr>
            <a:r>
              <a:rPr lang="en-IN" sz="2300">
                <a:solidFill>
                  <a:srgbClr val="000000"/>
                </a:solidFill>
                <a:latin typeface="Roboto"/>
                <a:ea typeface="Roboto"/>
                <a:cs typeface="Roboto"/>
              </a:rPr>
              <a:t>Manifest Patching: Sets </a:t>
            </a:r>
            <a:r>
              <a:rPr lang="en-IN" sz="2150">
                <a:solidFill>
                  <a:srgbClr val="000000"/>
                </a:solidFill>
                <a:latin typeface="Roboto Mono"/>
                <a:ea typeface="Roboto Mono"/>
                <a:cs typeface="Roboto Mono"/>
              </a:rPr>
              <a:t>android:exported="false"</a:t>
            </a:r>
            <a:r>
              <a:rPr lang="en-IN" sz="2300">
                <a:solidFill>
                  <a:srgbClr val="000000"/>
                </a:solidFill>
                <a:latin typeface="Roboto"/>
                <a:ea typeface="Roboto"/>
                <a:cs typeface="Roboto"/>
              </a:rPr>
              <a:t> for vulnerable components</a:t>
            </a:r>
            <a:endParaRPr sz="2300">
              <a:solidFill>
                <a:srgbClr val="000000"/>
              </a:solidFill>
              <a:latin typeface="Roboto"/>
              <a:ea typeface="Roboto"/>
              <a:cs typeface="Roboto"/>
            </a:endParaRPr>
          </a:p>
          <a:p>
            <a:pPr marL="457200" lvl="0" indent="-304800" algn="l" rtl="0">
              <a:lnSpc>
                <a:spcPct val="150000"/>
              </a:lnSpc>
              <a:spcBef>
                <a:spcPts val="0"/>
              </a:spcBef>
              <a:spcAft>
                <a:spcPts val="0"/>
              </a:spcAft>
              <a:buClr>
                <a:srgbClr val="000000"/>
              </a:buClr>
              <a:buSzPts val="1200"/>
              <a:buFont typeface="Roboto"/>
              <a:buAutoNum type="arabicPeriod"/>
              <a:defRPr/>
            </a:pPr>
            <a:r>
              <a:rPr lang="en-IN" sz="2300">
                <a:solidFill>
                  <a:srgbClr val="000000"/>
                </a:solidFill>
                <a:latin typeface="Roboto"/>
                <a:ea typeface="Roboto"/>
                <a:cs typeface="Roboto"/>
              </a:rPr>
              <a:t>Configuration Hardening: Sets </a:t>
            </a:r>
            <a:r>
              <a:rPr lang="en-IN" sz="2150">
                <a:solidFill>
                  <a:srgbClr val="000000"/>
                </a:solidFill>
                <a:latin typeface="Roboto Mono"/>
                <a:ea typeface="Roboto Mono"/>
                <a:cs typeface="Roboto Mono"/>
              </a:rPr>
              <a:t>allowBackup="false"</a:t>
            </a:r>
            <a:r>
              <a:rPr lang="en-IN" sz="2300">
                <a:solidFill>
                  <a:srgbClr val="000000"/>
                </a:solidFill>
                <a:latin typeface="Roboto"/>
                <a:ea typeface="Roboto"/>
                <a:cs typeface="Roboto"/>
              </a:rPr>
              <a:t>, removes debuggable flag</a:t>
            </a:r>
            <a:endParaRPr sz="2300">
              <a:solidFill>
                <a:srgbClr val="000000"/>
              </a:solidFill>
              <a:latin typeface="Roboto"/>
              <a:ea typeface="Roboto"/>
              <a:cs typeface="Roboto"/>
            </a:endParaRPr>
          </a:p>
          <a:p>
            <a:pPr marL="457200" lvl="0" indent="-374650" algn="l" rtl="0">
              <a:lnSpc>
                <a:spcPct val="150000"/>
              </a:lnSpc>
              <a:spcBef>
                <a:spcPts val="0"/>
              </a:spcBef>
              <a:spcAft>
                <a:spcPts val="0"/>
              </a:spcAft>
              <a:buClr>
                <a:srgbClr val="000000"/>
              </a:buClr>
              <a:buSzPts val="2300"/>
              <a:buFont typeface="Roboto"/>
              <a:buAutoNum type="arabicPeriod"/>
              <a:defRPr/>
            </a:pPr>
            <a:r>
              <a:rPr lang="en-IN" sz="2300">
                <a:solidFill>
                  <a:srgbClr val="000000"/>
                </a:solidFill>
                <a:latin typeface="Roboto"/>
                <a:ea typeface="Roboto"/>
                <a:cs typeface="Roboto"/>
              </a:rPr>
              <a:t>Rebuild &amp; Sign: Automated APK rebuilding with proper signing</a:t>
            </a:r>
            <a:endParaRPr sz="2300">
              <a:solidFill>
                <a:srgbClr val="000000"/>
              </a:solidFill>
              <a:latin typeface="Roboto"/>
              <a:ea typeface="Roboto"/>
              <a:cs typeface="Roboto"/>
            </a:endParaRPr>
          </a:p>
          <a:p>
            <a:pPr marL="457200" lvl="0" indent="-374650" algn="l" rtl="0">
              <a:lnSpc>
                <a:spcPct val="150000"/>
              </a:lnSpc>
              <a:spcBef>
                <a:spcPts val="0"/>
              </a:spcBef>
              <a:spcAft>
                <a:spcPts val="0"/>
              </a:spcAft>
              <a:buClr>
                <a:srgbClr val="000000"/>
              </a:buClr>
              <a:buSzPts val="2300"/>
              <a:buFont typeface="Roboto"/>
              <a:buAutoNum type="arabicPeriod"/>
              <a:defRPr/>
            </a:pPr>
            <a:r>
              <a:rPr lang="en-IN" sz="2300">
                <a:solidFill>
                  <a:srgbClr val="000000"/>
                </a:solidFill>
                <a:latin typeface="Roboto"/>
                <a:ea typeface="Roboto"/>
                <a:cs typeface="Roboto"/>
              </a:rPr>
              <a:t>Verification: Re-scan confirms remediatio</a:t>
            </a:r>
            <a:r>
              <a:rPr lang="en-IN" sz="2300">
                <a:solidFill>
                  <a:srgbClr val="000000"/>
                </a:solidFill>
                <a:latin typeface="Roboto"/>
                <a:ea typeface="Roboto"/>
                <a:cs typeface="Roboto"/>
              </a:rPr>
              <a:t>n</a:t>
            </a:r>
            <a:endParaRPr sz="390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605411" name="Google Shape;216;p38" title="automated_patching.png"/>
          <p:cNvPicPr/>
          <p:nvPr/>
        </p:nvPicPr>
        <p:blipFill rotWithShape="1">
          <a:blip r:embed="rId3">
            <a:alphaModFix/>
          </a:blip>
          <a:srcRect l="0" t="0" r="18837" b="0"/>
          <a:stretch/>
        </p:blipFill>
        <p:spPr bwMode="auto">
          <a:xfrm>
            <a:off x="875525" y="945500"/>
            <a:ext cx="9647626" cy="3598675"/>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7070589" name="Google Shape;222;p39"/>
          <p:cNvSpPr txBox="1"/>
          <p:nvPr>
            <p:ph type="title"/>
          </p:nvPr>
        </p:nvSpPr>
        <p:spPr bwMode="auto">
          <a:xfrm>
            <a:off x="678909" y="277116"/>
            <a:ext cx="10834200" cy="612900"/>
          </a:xfrm>
          <a:prstGeom prst="rect">
            <a:avLst/>
          </a:prstGeom>
        </p:spPr>
        <p:txBody>
          <a:bodyPr spcFirstLastPara="1" wrap="square" lIns="0" tIns="0" rIns="0" bIns="0" anchor="ctr" anchorCtr="0">
            <a:normAutofit/>
          </a:bodyPr>
          <a:lstStyle/>
          <a:p>
            <a:pPr marL="0" lvl="0" indent="0" algn="l" rtl="0">
              <a:lnSpc>
                <a:spcPct val="150000"/>
              </a:lnSpc>
              <a:spcBef>
                <a:spcPts val="2400"/>
              </a:spcBef>
              <a:spcAft>
                <a:spcPts val="1200"/>
              </a:spcAft>
              <a:buNone/>
              <a:defRPr/>
            </a:pPr>
            <a:r>
              <a:rPr lang="en-IN"/>
              <a:t>Results - After Hardening:</a:t>
            </a:r>
            <a:endParaRPr/>
          </a:p>
        </p:txBody>
      </p:sp>
      <p:sp>
        <p:nvSpPr>
          <p:cNvPr id="1218732346" name="Google Shape;223;p39"/>
          <p:cNvSpPr txBox="1"/>
          <p:nvPr>
            <p:ph type="body" idx="1"/>
          </p:nvPr>
        </p:nvSpPr>
        <p:spPr bwMode="auto">
          <a:xfrm>
            <a:off x="678909" y="1066725"/>
            <a:ext cx="10834200" cy="4398000"/>
          </a:xfrm>
          <a:prstGeom prst="rect">
            <a:avLst/>
          </a:prstGeom>
        </p:spPr>
        <p:txBody>
          <a:bodyPr spcFirstLastPara="1" wrap="square" lIns="91425" tIns="45700" rIns="91425" bIns="45700" anchor="t" anchorCtr="0">
            <a:noAutofit/>
          </a:bodyPr>
          <a:lstStyle/>
          <a:p>
            <a:pPr marL="0" lvl="0" indent="0" algn="l" rtl="0">
              <a:lnSpc>
                <a:spcPct val="150000"/>
              </a:lnSpc>
              <a:spcBef>
                <a:spcPts val="1200"/>
              </a:spcBef>
              <a:spcAft>
                <a:spcPts val="0"/>
              </a:spcAft>
              <a:buNone/>
              <a:defRPr/>
            </a:pPr>
            <a:r>
              <a:rPr lang="en-IN" sz="2200" b="1">
                <a:solidFill>
                  <a:srgbClr val="000000"/>
                </a:solidFill>
                <a:latin typeface="Roboto"/>
                <a:ea typeface="Roboto"/>
                <a:cs typeface="Roboto"/>
              </a:rPr>
              <a:t>Before Hardening:</a:t>
            </a:r>
            <a:endParaRPr sz="2200" b="1">
              <a:solidFill>
                <a:srgbClr val="000000"/>
              </a:solidFill>
              <a:latin typeface="Roboto"/>
              <a:ea typeface="Roboto"/>
              <a:cs typeface="Roboto"/>
            </a:endParaRPr>
          </a:p>
          <a:p>
            <a:pPr marL="457200" lvl="0" indent="-368300" algn="l" rtl="0">
              <a:lnSpc>
                <a:spcPct val="150000"/>
              </a:lnSpc>
              <a:spcBef>
                <a:spcPts val="1200"/>
              </a:spcBef>
              <a:spcAft>
                <a:spcPts val="0"/>
              </a:spcAft>
              <a:buClr>
                <a:srgbClr val="000000"/>
              </a:buClr>
              <a:buSzPts val="2200"/>
              <a:buFont typeface="Roboto"/>
              <a:buChar char="●"/>
              <a:defRPr/>
            </a:pPr>
            <a:r>
              <a:rPr lang="en-IN" sz="2200">
                <a:solidFill>
                  <a:srgbClr val="000000"/>
                </a:solidFill>
                <a:latin typeface="Roboto"/>
                <a:ea typeface="Roboto"/>
                <a:cs typeface="Roboto"/>
              </a:rPr>
              <a:t>6 exported components accessible externally</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Backup enabled allowing data extraction</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Debuggable in production</a:t>
            </a:r>
            <a:endParaRPr sz="2200">
              <a:solidFill>
                <a:srgbClr val="000000"/>
              </a:solidFill>
              <a:latin typeface="Roboto"/>
              <a:ea typeface="Roboto"/>
              <a:cs typeface="Roboto"/>
            </a:endParaRPr>
          </a:p>
          <a:p>
            <a:pPr marL="0" lvl="0" indent="0" algn="l" rtl="0">
              <a:lnSpc>
                <a:spcPct val="150000"/>
              </a:lnSpc>
              <a:spcBef>
                <a:spcPts val="1200"/>
              </a:spcBef>
              <a:spcAft>
                <a:spcPts val="0"/>
              </a:spcAft>
              <a:buNone/>
              <a:defRPr/>
            </a:pPr>
            <a:r>
              <a:rPr lang="en-IN" sz="2200" b="1">
                <a:solidFill>
                  <a:srgbClr val="000000"/>
                </a:solidFill>
                <a:latin typeface="Roboto"/>
                <a:ea typeface="Roboto"/>
                <a:cs typeface="Roboto"/>
              </a:rPr>
              <a:t>After Hardening:</a:t>
            </a:r>
            <a:endParaRPr sz="2200" b="1">
              <a:solidFill>
                <a:srgbClr val="000000"/>
              </a:solidFill>
              <a:latin typeface="Roboto"/>
              <a:ea typeface="Roboto"/>
              <a:cs typeface="Roboto"/>
            </a:endParaRPr>
          </a:p>
          <a:p>
            <a:pPr marL="457200" lvl="0" indent="-304800" algn="l" rtl="0">
              <a:lnSpc>
                <a:spcPct val="150000"/>
              </a:lnSpc>
              <a:spcBef>
                <a:spcPts val="1200"/>
              </a:spcBef>
              <a:spcAft>
                <a:spcPts val="0"/>
              </a:spcAft>
              <a:buClr>
                <a:srgbClr val="000000"/>
              </a:buClr>
              <a:buSzPts val="1200"/>
              <a:buFont typeface="Roboto"/>
              <a:buChar char="●"/>
              <a:defRPr/>
            </a:pPr>
            <a:r>
              <a:rPr lang="en-IN" sz="2200">
                <a:solidFill>
                  <a:srgbClr val="000000"/>
                </a:solidFill>
                <a:latin typeface="Roboto"/>
                <a:ea typeface="Roboto"/>
                <a:cs typeface="Roboto"/>
              </a:rPr>
              <a:t>All critical components secured with </a:t>
            </a:r>
            <a:r>
              <a:rPr lang="en-IN" sz="2050">
                <a:solidFill>
                  <a:srgbClr val="000000"/>
                </a:solidFill>
                <a:latin typeface="Roboto Mono"/>
                <a:ea typeface="Roboto Mono"/>
                <a:cs typeface="Roboto Mono"/>
              </a:rPr>
              <a:t>exported="false"</a:t>
            </a:r>
            <a:endParaRPr sz="2050">
              <a:solidFill>
                <a:srgbClr val="000000"/>
              </a:solidFill>
              <a:latin typeface="Roboto Mono"/>
              <a:ea typeface="Roboto Mono"/>
              <a:cs typeface="Roboto Mon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Backup functionality disabled</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Debug flag removed</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Components return "Permission Denial" when accessed externally</a:t>
            </a:r>
            <a:endParaRPr sz="2200">
              <a:solidFill>
                <a:srgbClr val="000000"/>
              </a:solidFill>
              <a:latin typeface="Roboto"/>
              <a:ea typeface="Roboto"/>
              <a:cs typeface="Roboto"/>
            </a:endParaRPr>
          </a:p>
          <a:p>
            <a:pPr marL="0" lvl="0" indent="0" algn="l" rtl="0">
              <a:lnSpc>
                <a:spcPct val="150000"/>
              </a:lnSpc>
              <a:spcBef>
                <a:spcPts val="1200"/>
              </a:spcBef>
              <a:spcAft>
                <a:spcPts val="0"/>
              </a:spcAft>
              <a:buNone/>
              <a:defRPr/>
            </a:pPr>
            <a:endParaRPr sz="380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24323609" name="Google Shape;229;p40"/>
          <p:cNvPicPr/>
          <p:nvPr/>
        </p:nvPicPr>
        <p:blipFill rotWithShape="1">
          <a:blip r:embed="rId3">
            <a:alphaModFix/>
          </a:blip>
          <a:stretch/>
        </p:blipFill>
        <p:spPr bwMode="auto">
          <a:xfrm>
            <a:off x="630713" y="875550"/>
            <a:ext cx="10930575" cy="389615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8458901" name="Google Shape;235;p41"/>
          <p:cNvSpPr txBox="1"/>
          <p:nvPr>
            <p:ph type="title"/>
          </p:nvPr>
        </p:nvSpPr>
        <p:spPr bwMode="auto">
          <a:xfrm>
            <a:off x="678884" y="463691"/>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Security Impact &amp; Recommendations:</a:t>
            </a:r>
            <a:endParaRPr/>
          </a:p>
        </p:txBody>
      </p:sp>
      <p:sp>
        <p:nvSpPr>
          <p:cNvPr id="461016825" name="Google Shape;236;p41"/>
          <p:cNvSpPr txBox="1"/>
          <p:nvPr>
            <p:ph type="body" idx="1"/>
          </p:nvPr>
        </p:nvSpPr>
        <p:spPr bwMode="auto">
          <a:xfrm>
            <a:off x="678884" y="1325175"/>
            <a:ext cx="10834200" cy="4398000"/>
          </a:xfrm>
          <a:prstGeom prst="rect">
            <a:avLst/>
          </a:prstGeom>
        </p:spPr>
        <p:txBody>
          <a:bodyPr spcFirstLastPara="1" wrap="square" lIns="91425" tIns="45700" rIns="91425" bIns="45700" anchor="t" anchorCtr="0">
            <a:noAutofit/>
          </a:bodyPr>
          <a:lstStyle/>
          <a:p>
            <a:pPr marL="0" lvl="0" indent="0" algn="l" rtl="0">
              <a:lnSpc>
                <a:spcPct val="130000"/>
              </a:lnSpc>
              <a:spcBef>
                <a:spcPts val="1200"/>
              </a:spcBef>
              <a:spcAft>
                <a:spcPts val="0"/>
              </a:spcAft>
              <a:buSzPts val="1018"/>
              <a:buNone/>
              <a:defRPr/>
            </a:pPr>
            <a:r>
              <a:rPr lang="en-IN" sz="2250">
                <a:solidFill>
                  <a:srgbClr val="000000"/>
                </a:solidFill>
                <a:latin typeface="Roboto"/>
                <a:ea typeface="Roboto"/>
                <a:cs typeface="Roboto"/>
              </a:rPr>
              <a:t>I</a:t>
            </a:r>
            <a:r>
              <a:rPr lang="en-IN" sz="2250" b="1">
                <a:solidFill>
                  <a:srgbClr val="000000"/>
                </a:solidFill>
                <a:latin typeface="Roboto"/>
                <a:ea typeface="Roboto"/>
                <a:cs typeface="Roboto"/>
              </a:rPr>
              <a:t>mpact Assessment:</a:t>
            </a:r>
            <a:endParaRPr sz="2250" b="1">
              <a:solidFill>
                <a:srgbClr val="000000"/>
              </a:solidFill>
              <a:latin typeface="Roboto"/>
              <a:ea typeface="Roboto"/>
              <a:cs typeface="Roboto"/>
            </a:endParaRPr>
          </a:p>
          <a:p>
            <a:pPr marL="457200" lvl="0" indent="-371951" algn="l" rtl="0">
              <a:lnSpc>
                <a:spcPct val="130000"/>
              </a:lnSpc>
              <a:spcBef>
                <a:spcPts val="1200"/>
              </a:spcBef>
              <a:spcAft>
                <a:spcPts val="0"/>
              </a:spcAft>
              <a:buClr>
                <a:srgbClr val="000000"/>
              </a:buClr>
              <a:buSzPts val="2258"/>
              <a:buFont typeface="Roboto"/>
              <a:buChar char="●"/>
              <a:defRPr/>
            </a:pPr>
            <a:r>
              <a:rPr lang="en-IN" sz="2250">
                <a:solidFill>
                  <a:srgbClr val="000000"/>
                </a:solidFill>
                <a:latin typeface="Roboto"/>
                <a:ea typeface="Roboto"/>
                <a:cs typeface="Roboto"/>
              </a:rPr>
              <a:t>Risk Reduction: Critical vulnerabilities remediated</a:t>
            </a:r>
            <a:endParaRPr sz="2250">
              <a:solidFill>
                <a:srgbClr val="000000"/>
              </a:solidFill>
              <a:latin typeface="Roboto"/>
              <a:ea typeface="Roboto"/>
              <a:cs typeface="Roboto"/>
            </a:endParaRPr>
          </a:p>
          <a:p>
            <a:pPr marL="457200" lvl="0" indent="-371951" algn="l" rtl="0">
              <a:lnSpc>
                <a:spcPct val="130000"/>
              </a:lnSpc>
              <a:spcBef>
                <a:spcPts val="0"/>
              </a:spcBef>
              <a:spcAft>
                <a:spcPts val="0"/>
              </a:spcAft>
              <a:buClr>
                <a:srgbClr val="000000"/>
              </a:buClr>
              <a:buSzPts val="2258"/>
              <a:buFont typeface="Roboto"/>
              <a:buChar char="●"/>
              <a:defRPr/>
            </a:pPr>
            <a:r>
              <a:rPr lang="en-IN" sz="2250">
                <a:solidFill>
                  <a:srgbClr val="000000"/>
                </a:solidFill>
                <a:latin typeface="Roboto"/>
                <a:ea typeface="Roboto"/>
                <a:cs typeface="Roboto"/>
              </a:rPr>
              <a:t>Compliance: Meets Android security best practices</a:t>
            </a:r>
            <a:endParaRPr sz="2250">
              <a:solidFill>
                <a:srgbClr val="000000"/>
              </a:solidFill>
              <a:latin typeface="Roboto"/>
              <a:ea typeface="Roboto"/>
              <a:cs typeface="Roboto"/>
            </a:endParaRPr>
          </a:p>
          <a:p>
            <a:pPr marL="457200" lvl="0" indent="-371951" algn="l" rtl="0">
              <a:lnSpc>
                <a:spcPct val="130000"/>
              </a:lnSpc>
              <a:spcBef>
                <a:spcPts val="0"/>
              </a:spcBef>
              <a:spcAft>
                <a:spcPts val="0"/>
              </a:spcAft>
              <a:buClr>
                <a:srgbClr val="000000"/>
              </a:buClr>
              <a:buSzPts val="2258"/>
              <a:buFont typeface="Roboto"/>
              <a:buChar char="●"/>
              <a:defRPr/>
            </a:pPr>
            <a:r>
              <a:rPr lang="en-IN" sz="2250">
                <a:solidFill>
                  <a:srgbClr val="000000"/>
                </a:solidFill>
                <a:latin typeface="Roboto"/>
                <a:ea typeface="Roboto"/>
                <a:cs typeface="Roboto"/>
              </a:rPr>
              <a:t>Automation: Repeatable pipeline for future assessments</a:t>
            </a:r>
            <a:endParaRPr sz="2250">
              <a:solidFill>
                <a:srgbClr val="000000"/>
              </a:solidFill>
              <a:latin typeface="Roboto"/>
              <a:ea typeface="Roboto"/>
              <a:cs typeface="Roboto"/>
            </a:endParaRPr>
          </a:p>
          <a:p>
            <a:pPr marL="0" lvl="0" indent="0" algn="l" rtl="0">
              <a:lnSpc>
                <a:spcPct val="130000"/>
              </a:lnSpc>
              <a:spcBef>
                <a:spcPts val="1200"/>
              </a:spcBef>
              <a:spcAft>
                <a:spcPts val="0"/>
              </a:spcAft>
              <a:buSzPts val="1018"/>
              <a:buNone/>
              <a:defRPr/>
            </a:pPr>
            <a:r>
              <a:rPr lang="en-IN" sz="2250" b="1">
                <a:solidFill>
                  <a:srgbClr val="000000"/>
                </a:solidFill>
                <a:latin typeface="Roboto"/>
                <a:ea typeface="Roboto"/>
                <a:cs typeface="Roboto"/>
              </a:rPr>
              <a:t>Recommendations:</a:t>
            </a:r>
            <a:endParaRPr sz="2250" b="1">
              <a:solidFill>
                <a:srgbClr val="000000"/>
              </a:solidFill>
              <a:latin typeface="Roboto"/>
              <a:ea typeface="Roboto"/>
              <a:cs typeface="Roboto"/>
            </a:endParaRPr>
          </a:p>
          <a:p>
            <a:pPr marL="457200" lvl="0" indent="-371951" algn="l" rtl="0">
              <a:lnSpc>
                <a:spcPct val="130000"/>
              </a:lnSpc>
              <a:spcBef>
                <a:spcPts val="1200"/>
              </a:spcBef>
              <a:spcAft>
                <a:spcPts val="0"/>
              </a:spcAft>
              <a:buClr>
                <a:srgbClr val="000000"/>
              </a:buClr>
              <a:buSzPts val="2258"/>
              <a:buFont typeface="Roboto"/>
              <a:buAutoNum type="arabicPeriod"/>
              <a:defRPr/>
            </a:pPr>
            <a:r>
              <a:rPr lang="en-IN" sz="2250">
                <a:solidFill>
                  <a:srgbClr val="000000"/>
                </a:solidFill>
                <a:latin typeface="Roboto"/>
                <a:ea typeface="Roboto"/>
                <a:cs typeface="Roboto"/>
              </a:rPr>
              <a:t>Implement this hardening pipeline in CI/CD workflows</a:t>
            </a:r>
            <a:endParaRPr sz="2250">
              <a:solidFill>
                <a:srgbClr val="000000"/>
              </a:solidFill>
              <a:latin typeface="Roboto"/>
              <a:ea typeface="Roboto"/>
              <a:cs typeface="Roboto"/>
            </a:endParaRPr>
          </a:p>
          <a:p>
            <a:pPr marL="457200" lvl="0" indent="-371951" algn="l" rtl="0">
              <a:lnSpc>
                <a:spcPct val="130000"/>
              </a:lnSpc>
              <a:spcBef>
                <a:spcPts val="0"/>
              </a:spcBef>
              <a:spcAft>
                <a:spcPts val="0"/>
              </a:spcAft>
              <a:buClr>
                <a:srgbClr val="000000"/>
              </a:buClr>
              <a:buSzPts val="2258"/>
              <a:buFont typeface="Roboto"/>
              <a:buAutoNum type="arabicPeriod"/>
              <a:defRPr/>
            </a:pPr>
            <a:r>
              <a:rPr lang="en-IN" sz="2250">
                <a:solidFill>
                  <a:srgbClr val="000000"/>
                </a:solidFill>
                <a:latin typeface="Roboto"/>
                <a:ea typeface="Roboto"/>
                <a:cs typeface="Roboto"/>
              </a:rPr>
              <a:t>Regular security assessments for mobile applications</a:t>
            </a:r>
            <a:endParaRPr sz="2250">
              <a:solidFill>
                <a:srgbClr val="000000"/>
              </a:solidFill>
              <a:latin typeface="Roboto"/>
              <a:ea typeface="Roboto"/>
              <a:cs typeface="Roboto"/>
            </a:endParaRPr>
          </a:p>
          <a:p>
            <a:pPr marL="457200" lvl="0" indent="-371951" algn="l" rtl="0">
              <a:lnSpc>
                <a:spcPct val="130000"/>
              </a:lnSpc>
              <a:spcBef>
                <a:spcPts val="0"/>
              </a:spcBef>
              <a:spcAft>
                <a:spcPts val="0"/>
              </a:spcAft>
              <a:buClr>
                <a:srgbClr val="000000"/>
              </a:buClr>
              <a:buSzPts val="2258"/>
              <a:buFont typeface="Roboto"/>
              <a:buAutoNum type="arabicPeriod"/>
              <a:defRPr/>
            </a:pPr>
            <a:r>
              <a:rPr lang="en-IN" sz="2250">
                <a:solidFill>
                  <a:srgbClr val="000000"/>
                </a:solidFill>
                <a:latin typeface="Roboto"/>
                <a:ea typeface="Roboto"/>
                <a:cs typeface="Roboto"/>
              </a:rPr>
              <a:t>Developer training on secure Android development</a:t>
            </a:r>
            <a:endParaRPr sz="2250">
              <a:solidFill>
                <a:srgbClr val="000000"/>
              </a:solidFill>
              <a:latin typeface="Roboto"/>
              <a:ea typeface="Roboto"/>
              <a:cs typeface="Roboto"/>
            </a:endParaRPr>
          </a:p>
          <a:p>
            <a:pPr marL="457200" lvl="0" indent="-371951" algn="l" rtl="0">
              <a:lnSpc>
                <a:spcPct val="130000"/>
              </a:lnSpc>
              <a:spcBef>
                <a:spcPts val="0"/>
              </a:spcBef>
              <a:spcAft>
                <a:spcPts val="0"/>
              </a:spcAft>
              <a:buClr>
                <a:srgbClr val="000000"/>
              </a:buClr>
              <a:buSzPts val="2258"/>
              <a:buFont typeface="Roboto"/>
              <a:buAutoNum type="arabicPeriod"/>
              <a:defRPr/>
            </a:pPr>
            <a:r>
              <a:rPr lang="en-IN" sz="2250">
                <a:solidFill>
                  <a:srgbClr val="000000"/>
                </a:solidFill>
                <a:latin typeface="Roboto"/>
                <a:ea typeface="Roboto"/>
                <a:cs typeface="Roboto"/>
              </a:rPr>
              <a:t>Continuous monitoring for new vulnerabilities</a:t>
            </a:r>
            <a:endParaRPr sz="375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4375138" name="Google Shape;242;p42"/>
          <p:cNvSpPr txBox="1"/>
          <p:nvPr>
            <p:ph type="title"/>
          </p:nvPr>
        </p:nvSpPr>
        <p:spPr bwMode="auto">
          <a:xfrm>
            <a:off x="678884" y="603666"/>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Tools &amp; Commands Used:</a:t>
            </a:r>
            <a:endParaRPr/>
          </a:p>
        </p:txBody>
      </p:sp>
      <p:sp>
        <p:nvSpPr>
          <p:cNvPr id="116942917" name="Google Shape;243;p42"/>
          <p:cNvSpPr txBox="1"/>
          <p:nvPr>
            <p:ph type="body" idx="1"/>
          </p:nvPr>
        </p:nvSpPr>
        <p:spPr bwMode="auto">
          <a:xfrm>
            <a:off x="678884" y="1535111"/>
            <a:ext cx="10834200" cy="4398000"/>
          </a:xfrm>
          <a:prstGeom prst="rect">
            <a:avLst/>
          </a:prstGeom>
        </p:spPr>
        <p:txBody>
          <a:bodyPr spcFirstLastPara="1" wrap="square" lIns="91425" tIns="45700" rIns="91425" bIns="45700" anchor="t" anchorCtr="0">
            <a:noAutofit/>
          </a:bodyPr>
          <a:lstStyle/>
          <a:p>
            <a:pPr marL="0" lvl="0" indent="0" algn="l" rtl="0">
              <a:lnSpc>
                <a:spcPct val="70000"/>
              </a:lnSpc>
              <a:spcBef>
                <a:spcPts val="1000"/>
              </a:spcBef>
              <a:spcAft>
                <a:spcPts val="0"/>
              </a:spcAft>
              <a:buSzPts val="852"/>
              <a:buNone/>
              <a:defRPr/>
            </a:pPr>
            <a:r>
              <a:rPr lang="en-IN" sz="2450"/>
              <a:t># Static Analysis</a:t>
            </a:r>
            <a:endParaRPr sz="2450"/>
          </a:p>
          <a:p>
            <a:pPr marL="0" lvl="0" indent="0" algn="l" rtl="0">
              <a:lnSpc>
                <a:spcPct val="70000"/>
              </a:lnSpc>
              <a:spcBef>
                <a:spcPts val="1000"/>
              </a:spcBef>
              <a:spcAft>
                <a:spcPts val="0"/>
              </a:spcAft>
              <a:buSzPts val="852"/>
              <a:buNone/>
              <a:defRPr/>
            </a:pPr>
            <a:r>
              <a:rPr lang="en-IN" sz="2450"/>
              <a:t>./scripts/static_scan.sh</a:t>
            </a:r>
            <a:endParaRPr sz="2450"/>
          </a:p>
          <a:p>
            <a:pPr marL="0" lvl="0" indent="0" algn="l" rtl="0">
              <a:lnSpc>
                <a:spcPct val="70000"/>
              </a:lnSpc>
              <a:spcBef>
                <a:spcPts val="1000"/>
              </a:spcBef>
              <a:spcAft>
                <a:spcPts val="0"/>
              </a:spcAft>
              <a:buSzPts val="852"/>
              <a:buNone/>
              <a:defRPr/>
            </a:pPr>
            <a:endParaRPr sz="2450"/>
          </a:p>
          <a:p>
            <a:pPr marL="0" lvl="0" indent="0" algn="l" rtl="0">
              <a:lnSpc>
                <a:spcPct val="70000"/>
              </a:lnSpc>
              <a:spcBef>
                <a:spcPts val="1000"/>
              </a:spcBef>
              <a:spcAft>
                <a:spcPts val="0"/>
              </a:spcAft>
              <a:buSzPts val="852"/>
              <a:buNone/>
              <a:defRPr/>
            </a:pPr>
            <a:r>
              <a:rPr lang="en-IN" sz="2450"/>
              <a:t># Component Testing</a:t>
            </a:r>
            <a:endParaRPr sz="2450"/>
          </a:p>
          <a:p>
            <a:pPr marL="0" lvl="0" indent="0" algn="l" rtl="0">
              <a:lnSpc>
                <a:spcPct val="70000"/>
              </a:lnSpc>
              <a:spcBef>
                <a:spcPts val="1000"/>
              </a:spcBef>
              <a:spcAft>
                <a:spcPts val="0"/>
              </a:spcAft>
              <a:buSzPts val="852"/>
              <a:buNone/>
              <a:defRPr/>
            </a:pPr>
            <a:r>
              <a:rPr lang="en-IN" sz="2450"/>
              <a:t>adb shell am start -n com.android.insecurebankv2/.DoTransfer</a:t>
            </a:r>
            <a:endParaRPr sz="2450"/>
          </a:p>
          <a:p>
            <a:pPr marL="0" lvl="0" indent="0" algn="l" rtl="0">
              <a:lnSpc>
                <a:spcPct val="70000"/>
              </a:lnSpc>
              <a:spcBef>
                <a:spcPts val="1000"/>
              </a:spcBef>
              <a:spcAft>
                <a:spcPts val="0"/>
              </a:spcAft>
              <a:buSzPts val="852"/>
              <a:buNone/>
              <a:defRPr/>
            </a:pPr>
            <a:endParaRPr sz="2450"/>
          </a:p>
          <a:p>
            <a:pPr marL="0" lvl="0" indent="0" algn="l" rtl="0">
              <a:lnSpc>
                <a:spcPct val="70000"/>
              </a:lnSpc>
              <a:spcBef>
                <a:spcPts val="1000"/>
              </a:spcBef>
              <a:spcAft>
                <a:spcPts val="0"/>
              </a:spcAft>
              <a:buSzPts val="852"/>
              <a:buNone/>
              <a:defRPr/>
            </a:pPr>
            <a:r>
              <a:rPr lang="en-IN" sz="2450"/>
              <a:t># Automated Patching</a:t>
            </a:r>
            <a:endParaRPr sz="2450"/>
          </a:p>
          <a:p>
            <a:pPr marL="0" lvl="0" indent="0" algn="l" rtl="0">
              <a:lnSpc>
                <a:spcPct val="70000"/>
              </a:lnSpc>
              <a:spcBef>
                <a:spcPts val="1000"/>
              </a:spcBef>
              <a:spcAft>
                <a:spcPts val="0"/>
              </a:spcAft>
              <a:buSzPts val="852"/>
              <a:buNone/>
              <a:defRPr/>
            </a:pPr>
            <a:r>
              <a:rPr lang="en-IN" sz="2450"/>
              <a:t>./scripts/patch_and_rebuild.s</a:t>
            </a:r>
            <a:r>
              <a:rPr lang="en-IN" sz="2450"/>
              <a:t>h</a:t>
            </a:r>
            <a:endParaRPr sz="2450"/>
          </a:p>
          <a:p>
            <a:pPr marL="0" lvl="0" indent="0" algn="l" rtl="0">
              <a:lnSpc>
                <a:spcPct val="70000"/>
              </a:lnSpc>
              <a:spcBef>
                <a:spcPts val="1000"/>
              </a:spcBef>
              <a:spcAft>
                <a:spcPts val="0"/>
              </a:spcAft>
              <a:buSzPts val="852"/>
              <a:buNone/>
              <a:defRPr/>
            </a:pPr>
            <a:endParaRPr sz="2450"/>
          </a:p>
          <a:p>
            <a:pPr marL="0" lvl="0" indent="0" algn="l" rtl="0">
              <a:lnSpc>
                <a:spcPct val="70000"/>
              </a:lnSpc>
              <a:spcBef>
                <a:spcPts val="1000"/>
              </a:spcBef>
              <a:spcAft>
                <a:spcPts val="0"/>
              </a:spcAft>
              <a:buSzPts val="852"/>
              <a:buNone/>
              <a:defRPr/>
            </a:pPr>
            <a:r>
              <a:rPr lang="en-IN" sz="2450"/>
              <a:t># Verification</a:t>
            </a:r>
            <a:endParaRPr sz="2450"/>
          </a:p>
          <a:p>
            <a:pPr marL="0" lvl="0" indent="0" algn="l" rtl="0">
              <a:lnSpc>
                <a:spcPct val="70000"/>
              </a:lnSpc>
              <a:spcBef>
                <a:spcPts val="1000"/>
              </a:spcBef>
              <a:spcAft>
                <a:spcPts val="0"/>
              </a:spcAft>
              <a:buSzPts val="852"/>
              <a:buNone/>
              <a:defRPr/>
            </a:pPr>
            <a:r>
              <a:rPr lang="en-IN" sz="2450"/>
              <a:t>adb install -r artifacts/patch/rebuilt.apk</a:t>
            </a:r>
            <a:endParaRPr sz="2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8507634" name="Google Shape;249;p43"/>
          <p:cNvSpPr txBox="1"/>
          <p:nvPr>
            <p:ph type="title"/>
          </p:nvPr>
        </p:nvSpPr>
        <p:spPr bwMode="auto">
          <a:xfrm>
            <a:off x="678909" y="393741"/>
            <a:ext cx="10834200" cy="612900"/>
          </a:xfrm>
          <a:prstGeom prst="rect">
            <a:avLst/>
          </a:prstGeom>
        </p:spPr>
        <p:txBody>
          <a:bodyPr spcFirstLastPara="1" wrap="square" lIns="0" tIns="0" rIns="0" bIns="0" anchor="ctr" anchorCtr="0">
            <a:normAutofit/>
          </a:bodyPr>
          <a:lstStyle/>
          <a:p>
            <a:pPr marL="0" lvl="0" indent="0" algn="l" rtl="0">
              <a:spcBef>
                <a:spcPts val="0"/>
              </a:spcBef>
              <a:spcAft>
                <a:spcPts val="0"/>
              </a:spcAft>
              <a:buNone/>
              <a:defRPr/>
            </a:pPr>
            <a:r>
              <a:rPr lang="en-IN"/>
              <a:t>References &amp; Resources:</a:t>
            </a:r>
            <a:endParaRPr/>
          </a:p>
        </p:txBody>
      </p:sp>
      <p:sp>
        <p:nvSpPr>
          <p:cNvPr id="773263810" name="Google Shape;250;p43"/>
          <p:cNvSpPr txBox="1"/>
          <p:nvPr>
            <p:ph type="body" idx="1"/>
          </p:nvPr>
        </p:nvSpPr>
        <p:spPr bwMode="auto">
          <a:xfrm>
            <a:off x="678909" y="1113375"/>
            <a:ext cx="10834200" cy="4398000"/>
          </a:xfrm>
          <a:prstGeom prst="rect">
            <a:avLst/>
          </a:prstGeom>
        </p:spPr>
        <p:txBody>
          <a:bodyPr spcFirstLastPara="1" wrap="square" lIns="91425" tIns="45700" rIns="91425" bIns="45700" anchor="t" anchorCtr="0">
            <a:noAutofit/>
          </a:bodyPr>
          <a:lstStyle/>
          <a:p>
            <a:pPr marL="0" lvl="0" indent="0" algn="l" rtl="0">
              <a:lnSpc>
                <a:spcPct val="150000"/>
              </a:lnSpc>
              <a:spcBef>
                <a:spcPts val="1200"/>
              </a:spcBef>
              <a:spcAft>
                <a:spcPts val="0"/>
              </a:spcAft>
              <a:buNone/>
              <a:defRPr/>
            </a:pPr>
            <a:r>
              <a:rPr lang="en-IN" sz="2200" b="1">
                <a:solidFill>
                  <a:srgbClr val="000000"/>
                </a:solidFill>
                <a:latin typeface="Roboto"/>
                <a:ea typeface="Roboto"/>
                <a:cs typeface="Roboto"/>
              </a:rPr>
              <a:t>Tools Documentation:</a:t>
            </a:r>
            <a:endParaRPr sz="2200" b="1">
              <a:solidFill>
                <a:srgbClr val="000000"/>
              </a:solidFill>
              <a:latin typeface="Roboto"/>
              <a:ea typeface="Roboto"/>
              <a:cs typeface="Roboto"/>
            </a:endParaRPr>
          </a:p>
          <a:p>
            <a:pPr marL="457200" lvl="0" indent="-368300" algn="l" rtl="0">
              <a:lnSpc>
                <a:spcPct val="150000"/>
              </a:lnSpc>
              <a:spcBef>
                <a:spcPts val="1200"/>
              </a:spcBef>
              <a:spcAft>
                <a:spcPts val="0"/>
              </a:spcAft>
              <a:buClr>
                <a:srgbClr val="000000"/>
              </a:buClr>
              <a:buSzPts val="2200"/>
              <a:buFont typeface="Roboto"/>
              <a:buChar char="●"/>
              <a:defRPr/>
            </a:pPr>
            <a:r>
              <a:rPr lang="en-IN" sz="2200" u="sng">
                <a:solidFill>
                  <a:srgbClr val="000000"/>
                </a:solidFill>
                <a:latin typeface="Roboto"/>
                <a:ea typeface="Roboto"/>
                <a:cs typeface="Roboto"/>
                <a:hlinkClick r:id="rId3" tooltip=""/>
              </a:rPr>
              <a:t>https://github.com/ArKosana/kosana-capstone-mobile-hardening</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u="sng">
                <a:solidFill>
                  <a:srgbClr val="000000"/>
                </a:solidFill>
                <a:latin typeface="Roboto"/>
                <a:ea typeface="Roboto"/>
                <a:cs typeface="Roboto"/>
                <a:hlinkClick r:id="rId4" tooltip=""/>
              </a:rPr>
              <a:t>https://apktool.org/</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u="sng">
                <a:solidFill>
                  <a:srgbClr val="000000"/>
                </a:solidFill>
                <a:latin typeface="Roboto"/>
                <a:ea typeface="Roboto"/>
                <a:cs typeface="Roboto"/>
                <a:hlinkClick r:id="rId5" tooltip=""/>
              </a:rPr>
              <a:t>https://github.com/skylot/jadx</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u="sng">
                <a:solidFill>
                  <a:srgbClr val="000000"/>
                </a:solidFill>
                <a:latin typeface="Roboto"/>
                <a:ea typeface="Roboto"/>
                <a:cs typeface="Roboto"/>
                <a:hlinkClick r:id="rId6" tooltip=""/>
              </a:rPr>
              <a:t>https://frida.re/</a:t>
            </a:r>
            <a:endParaRPr sz="2200">
              <a:solidFill>
                <a:srgbClr val="000000"/>
              </a:solidFill>
              <a:latin typeface="Roboto"/>
              <a:ea typeface="Roboto"/>
              <a:cs typeface="Roboto"/>
            </a:endParaRPr>
          </a:p>
          <a:p>
            <a:pPr marL="0" lvl="0" indent="0" algn="l" rtl="0">
              <a:lnSpc>
                <a:spcPct val="150000"/>
              </a:lnSpc>
              <a:spcBef>
                <a:spcPts val="1200"/>
              </a:spcBef>
              <a:spcAft>
                <a:spcPts val="0"/>
              </a:spcAft>
              <a:buNone/>
              <a:defRPr/>
            </a:pPr>
            <a:r>
              <a:rPr lang="en-IN" sz="2200" b="1">
                <a:solidFill>
                  <a:srgbClr val="000000"/>
                </a:solidFill>
                <a:latin typeface="Roboto"/>
                <a:ea typeface="Roboto"/>
                <a:cs typeface="Roboto"/>
              </a:rPr>
              <a:t>Learning Resources:</a:t>
            </a:r>
            <a:endParaRPr sz="2200" b="1">
              <a:solidFill>
                <a:srgbClr val="000000"/>
              </a:solidFill>
              <a:latin typeface="Roboto"/>
              <a:ea typeface="Roboto"/>
              <a:cs typeface="Roboto"/>
            </a:endParaRPr>
          </a:p>
          <a:p>
            <a:pPr marL="457200" lvl="0" indent="-368300" algn="l" rtl="0">
              <a:lnSpc>
                <a:spcPct val="150000"/>
              </a:lnSpc>
              <a:spcBef>
                <a:spcPts val="1200"/>
              </a:spcBef>
              <a:spcAft>
                <a:spcPts val="0"/>
              </a:spcAft>
              <a:buClr>
                <a:srgbClr val="000000"/>
              </a:buClr>
              <a:buSzPts val="2200"/>
              <a:buFont typeface="Roboto"/>
              <a:buChar char="●"/>
              <a:defRPr/>
            </a:pPr>
            <a:r>
              <a:rPr lang="en-IN" sz="2200">
                <a:solidFill>
                  <a:srgbClr val="000000"/>
                </a:solidFill>
                <a:latin typeface="Roboto"/>
                <a:ea typeface="Roboto"/>
                <a:cs typeface="Roboto"/>
              </a:rPr>
              <a:t>OWASP Mobile Security Testing Guide</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Android Developer Security Guidelines</a:t>
            </a:r>
            <a:endParaRPr sz="2200">
              <a:solidFill>
                <a:srgbClr val="000000"/>
              </a:solidFill>
              <a:latin typeface="Roboto"/>
              <a:ea typeface="Roboto"/>
              <a:cs typeface="Roboto"/>
            </a:endParaRPr>
          </a:p>
          <a:p>
            <a:pPr marL="457200" lvl="0" indent="-368300" algn="l" rtl="0">
              <a:lnSpc>
                <a:spcPct val="150000"/>
              </a:lnSpc>
              <a:spcBef>
                <a:spcPts val="0"/>
              </a:spcBef>
              <a:spcAft>
                <a:spcPts val="0"/>
              </a:spcAft>
              <a:buClr>
                <a:srgbClr val="000000"/>
              </a:buClr>
              <a:buSzPts val="2200"/>
              <a:buFont typeface="Roboto"/>
              <a:buChar char="●"/>
              <a:defRPr/>
            </a:pPr>
            <a:r>
              <a:rPr lang="en-IN" sz="2200">
                <a:solidFill>
                  <a:srgbClr val="000000"/>
                </a:solidFill>
                <a:latin typeface="Roboto"/>
                <a:ea typeface="Roboto"/>
                <a:cs typeface="Roboto"/>
              </a:rPr>
              <a:t>Mobile App Pentesting Frameworks</a:t>
            </a:r>
            <a:endParaRPr sz="2200">
              <a:solidFill>
                <a:srgbClr val="000000"/>
              </a:solidFill>
              <a:latin typeface="Roboto"/>
              <a:ea typeface="Roboto"/>
              <a:cs typeface="Roboto"/>
            </a:endParaRPr>
          </a:p>
          <a:p>
            <a:pPr marL="0" lvl="0" indent="0" algn="l" rtl="0">
              <a:lnSpc>
                <a:spcPct val="150000"/>
              </a:lnSpc>
              <a:spcBef>
                <a:spcPts val="1200"/>
              </a:spcBef>
              <a:spcAft>
                <a:spcPts val="0"/>
              </a:spcAft>
              <a:buNone/>
              <a:defRPr/>
            </a:pPr>
            <a:endParaRPr sz="380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051722" name="Google Shape;256;p44"/>
          <p:cNvSpPr txBox="1"/>
          <p:nvPr>
            <p:ph type="title"/>
          </p:nvPr>
        </p:nvSpPr>
        <p:spPr bwMode="auto">
          <a:xfrm>
            <a:off x="678909" y="1046866"/>
            <a:ext cx="10834200" cy="612900"/>
          </a:xfrm>
          <a:prstGeom prst="rect">
            <a:avLst/>
          </a:prstGeom>
        </p:spPr>
        <p:txBody>
          <a:bodyPr spcFirstLastPara="1" wrap="square" lIns="0" tIns="0" rIns="0" bIns="0" anchor="ctr" anchorCtr="0">
            <a:normAutofit/>
          </a:bodyPr>
          <a:lstStyle/>
          <a:p>
            <a:pPr marL="0" lvl="0" indent="0" algn="ctr" rtl="0">
              <a:spcBef>
                <a:spcPts val="0"/>
              </a:spcBef>
              <a:spcAft>
                <a:spcPts val="0"/>
              </a:spcAft>
              <a:buNone/>
              <a:defRPr/>
            </a:pPr>
            <a:r>
              <a:rPr lang="en-IN"/>
              <a:t>Questions &amp; Thank You</a:t>
            </a:r>
            <a:endParaRPr/>
          </a:p>
        </p:txBody>
      </p:sp>
      <p:sp>
        <p:nvSpPr>
          <p:cNvPr id="1018839092" name="Google Shape;257;p44"/>
          <p:cNvSpPr txBox="1"/>
          <p:nvPr>
            <p:ph type="body" idx="1"/>
          </p:nvPr>
        </p:nvSpPr>
        <p:spPr bwMode="auto">
          <a:xfrm>
            <a:off x="678909" y="2669925"/>
            <a:ext cx="10834200" cy="4398000"/>
          </a:xfrm>
          <a:prstGeom prst="rect">
            <a:avLst/>
          </a:prstGeom>
        </p:spPr>
        <p:txBody>
          <a:bodyPr spcFirstLastPara="1" wrap="square" lIns="91425" tIns="45700" rIns="91425" bIns="45700" anchor="t" anchorCtr="0">
            <a:normAutofit/>
          </a:bodyPr>
          <a:lstStyle/>
          <a:p>
            <a:pPr marL="0" marR="0" lvl="0" indent="0" algn="ctr" rtl="0">
              <a:lnSpc>
                <a:spcPct val="114999"/>
              </a:lnSpc>
              <a:spcBef>
                <a:spcPts val="1200"/>
              </a:spcBef>
              <a:spcAft>
                <a:spcPts val="0"/>
              </a:spcAft>
              <a:buNone/>
              <a:defRPr/>
            </a:pPr>
            <a:r>
              <a:rPr lang="en-IN" sz="2500" b="1">
                <a:solidFill>
                  <a:srgbClr val="000000"/>
                </a:solidFill>
                <a:latin typeface="Roboto"/>
                <a:ea typeface="Roboto"/>
                <a:cs typeface="Roboto"/>
              </a:rPr>
              <a:t>Contact Information:</a:t>
            </a:r>
            <a:br>
              <a:rPr lang="en-IN" sz="2500" b="1">
                <a:solidFill>
                  <a:srgbClr val="000000"/>
                </a:solidFill>
                <a:latin typeface="Roboto"/>
                <a:ea typeface="Roboto"/>
                <a:cs typeface="Roboto"/>
              </a:rPr>
            </a:br>
            <a:r>
              <a:rPr lang="en-IN" sz="2500" b="1">
                <a:solidFill>
                  <a:srgbClr val="000000"/>
                </a:solidFill>
                <a:latin typeface="Roboto"/>
                <a:ea typeface="Roboto"/>
                <a:cs typeface="Roboto"/>
              </a:rPr>
              <a:t>Kosana Ankamma Rao</a:t>
            </a:r>
            <a:br>
              <a:rPr lang="en-IN" sz="2500" b="1">
                <a:solidFill>
                  <a:srgbClr val="000000"/>
                </a:solidFill>
                <a:latin typeface="Roboto"/>
                <a:ea typeface="Roboto"/>
                <a:cs typeface="Roboto"/>
              </a:rPr>
            </a:br>
            <a:r>
              <a:rPr lang="en-IN" sz="2500" b="1">
                <a:solidFill>
                  <a:srgbClr val="000000"/>
                </a:solidFill>
                <a:latin typeface="Roboto"/>
                <a:ea typeface="Roboto"/>
                <a:cs typeface="Roboto"/>
              </a:rPr>
              <a:t>kosana.ar@gmail.com</a:t>
            </a:r>
            <a:br>
              <a:rPr lang="en-IN" sz="2500" b="1">
                <a:solidFill>
                  <a:srgbClr val="000000"/>
                </a:solidFill>
                <a:latin typeface="Roboto"/>
                <a:ea typeface="Roboto"/>
                <a:cs typeface="Roboto"/>
              </a:rPr>
            </a:br>
            <a:r>
              <a:rPr lang="en-IN" sz="2500" b="1">
                <a:solidFill>
                  <a:srgbClr val="000000"/>
                </a:solidFill>
                <a:latin typeface="Roboto"/>
                <a:ea typeface="Roboto"/>
                <a:cs typeface="Roboto"/>
              </a:rPr>
              <a:t>GitHub: </a:t>
            </a:r>
            <a:r>
              <a:rPr lang="en-IN" sz="2500" b="1" u="sng">
                <a:solidFill>
                  <a:srgbClr val="000000"/>
                </a:solidFill>
                <a:latin typeface="Roboto"/>
                <a:ea typeface="Roboto"/>
                <a:cs typeface="Roboto"/>
                <a:hlinkClick r:id="rId3" tooltip=""/>
              </a:rPr>
              <a:t>github.com/ArKosana/kosana-capstone-mobile-hardening</a:t>
            </a:r>
            <a:endParaRPr sz="2500" b="1">
              <a:solidFill>
                <a:srgbClr val="000000"/>
              </a:solidFill>
              <a:latin typeface="Roboto"/>
              <a:ea typeface="Roboto"/>
              <a:cs typeface="Roboto"/>
            </a:endParaRPr>
          </a:p>
          <a:p>
            <a:pPr marL="0" lvl="0" indent="0" algn="ctr" rtl="0">
              <a:lnSpc>
                <a:spcPct val="114999"/>
              </a:lnSpc>
              <a:spcBef>
                <a:spcPts val="1200"/>
              </a:spcBef>
              <a:spcAft>
                <a:spcPts val="0"/>
              </a:spcAft>
              <a:buNone/>
              <a:defRPr/>
            </a:pPr>
            <a:r>
              <a:rPr lang="en-IN" sz="2500" b="1">
                <a:solidFill>
                  <a:srgbClr val="000000"/>
                </a:solidFill>
                <a:latin typeface="Roboto"/>
                <a:ea typeface="Roboto"/>
                <a:cs typeface="Roboto"/>
              </a:rPr>
              <a:t>Thank You!</a:t>
            </a:r>
            <a:endParaRPr sz="2500" b="1">
              <a:solidFill>
                <a:srgbClr val="000000"/>
              </a:solidFill>
              <a:latin typeface="Roboto"/>
              <a:ea typeface="Roboto"/>
              <a:cs typeface="Roboto"/>
            </a:endParaRPr>
          </a:p>
          <a:p>
            <a:pPr marL="0" lvl="0" indent="0" algn="ctr" rtl="0">
              <a:spcBef>
                <a:spcPts val="1200"/>
              </a:spcBef>
              <a:spcAft>
                <a:spcPts val="0"/>
              </a:spcAft>
              <a:buNone/>
              <a:defRPr/>
            </a:pPr>
            <a:endParaRPr sz="4100" b="1">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BIA Template">
  <a:themeElements>
    <a:clrScheme name="Custom 4">
      <a:dk1>
        <a:srgbClr val="161A3E"/>
      </a:dk1>
      <a:lt1>
        <a:srgbClr val="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ONLYOFFICE/9.2.1.43</Application>
  <PresentationFormat>On-screen Show (4:3)</PresentationFormat>
  <Paragraphs>0</Paragraphs>
  <Slides>27</Slides>
  <Notes>27</Notes>
  <HiddenSlides>0</HiddenSlides>
  <MMClips>2</MMClips>
  <ScaleCrop>0</ScaleCrop>
  <HeadingPairs>
    <vt:vector size="4" baseType="variant">
      <vt:variant>
        <vt:lpstr>Theme</vt:lpstr>
      </vt:variant>
      <vt:variant>
        <vt:i4>1</vt:i4>
      </vt:variant>
      <vt:variant>
        <vt:lpstr>Slide Titles</vt:lpstr>
      </vt:variant>
      <vt:variant>
        <vt:i4>27</vt:i4>
      </vt:variant>
    </vt:vector>
  </HeadingPairs>
  <TitlesOfParts>
    <vt:vector size="2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2026-01-10T04:49:20Z</dcterms:modified>
</cp:coreProperties>
</file>