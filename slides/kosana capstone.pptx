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4"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Lst>
  <p:sldSz cy="6858000" cx="12192000"/>
  <p:notesSz cx="6858000" cy="9144000"/>
  <p:embeddedFontLst>
    <p:embeddedFont>
      <p:font typeface="Roboto"/>
      <p:regular r:id="rId33"/>
      <p:bold r:id="rId34"/>
      <p:italic r:id="rId35"/>
      <p:boldItalic r:id="rId36"/>
    </p:embeddedFont>
    <p:embeddedFont>
      <p:font typeface="Roboto Mono"/>
      <p:regular r:id="rId37"/>
      <p:bold r:id="rId38"/>
      <p:italic r:id="rId39"/>
      <p:boldItalic r:id="rId40"/>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384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384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font" Target="fonts/RobotoMono-boldItalic.fntdata"/><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font" Target="fonts/Roboto-regular.fntdata"/><Relationship Id="rId10" Type="http://schemas.openxmlformats.org/officeDocument/2006/relationships/slide" Target="slides/slide5.xml"/><Relationship Id="rId32" Type="http://schemas.openxmlformats.org/officeDocument/2006/relationships/slide" Target="slides/slide27.xml"/><Relationship Id="rId13" Type="http://schemas.openxmlformats.org/officeDocument/2006/relationships/slide" Target="slides/slide8.xml"/><Relationship Id="rId35" Type="http://schemas.openxmlformats.org/officeDocument/2006/relationships/font" Target="fonts/Roboto-italic.fntdata"/><Relationship Id="rId12" Type="http://schemas.openxmlformats.org/officeDocument/2006/relationships/slide" Target="slides/slide7.xml"/><Relationship Id="rId34" Type="http://schemas.openxmlformats.org/officeDocument/2006/relationships/font" Target="fonts/Roboto-bold.fntdata"/><Relationship Id="rId15" Type="http://schemas.openxmlformats.org/officeDocument/2006/relationships/slide" Target="slides/slide10.xml"/><Relationship Id="rId37" Type="http://schemas.openxmlformats.org/officeDocument/2006/relationships/font" Target="fonts/RobotoMono-regular.fntdata"/><Relationship Id="rId14" Type="http://schemas.openxmlformats.org/officeDocument/2006/relationships/slide" Target="slides/slide9.xml"/><Relationship Id="rId36" Type="http://schemas.openxmlformats.org/officeDocument/2006/relationships/font" Target="fonts/Roboto-boldItalic.fntdata"/><Relationship Id="rId17" Type="http://schemas.openxmlformats.org/officeDocument/2006/relationships/slide" Target="slides/slide12.xml"/><Relationship Id="rId39" Type="http://schemas.openxmlformats.org/officeDocument/2006/relationships/font" Target="fonts/RobotoMono-italic.fntdata"/><Relationship Id="rId16" Type="http://schemas.openxmlformats.org/officeDocument/2006/relationships/slide" Target="slides/slide11.xml"/><Relationship Id="rId38" Type="http://schemas.openxmlformats.org/officeDocument/2006/relationships/font" Target="fonts/RobotoMono-bold.fntdata"/><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IN"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0" name="Google Shape;80;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9" name="Google Shape;8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g39b02fbfcde_0_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5" name="Google Shape;95;g39b02fbfcde_0_6: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6" name="Google Shape;96;g39b02fbfcde_0_6: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I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9b02fbfcde_0_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9b02fbfcde_0_13: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3" name="Google Shape;103;g39b02fbfcde_0_13: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I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9b02fbfcde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9b02fbfcde_1_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0" name="Google Shape;110;g39b02fbfcde_1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I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9b4d5ef439_0_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9b4d5ef439_0_33: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g39b4d5ef439_0_33: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9b3cd7a790_0_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9b3cd7a790_0_1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g39b3cd7a790_0_12: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IN"/>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9b4d5ef439_0_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9b4d5ef439_0_43: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9" name="Google Shape;129;g39b4d5ef439_0_43: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g39b3cd7a790_0_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35" name="Google Shape;135;g39b3cd7a790_0_2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g39b3cd7a790_0_22: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IN"/>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g39b4d5ef439_0_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42" name="Google Shape;142;g39b4d5ef439_0_65: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3" name="Google Shape;143;g39b4d5ef439_0_6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IN"/>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g39b4d5ef439_0_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48" name="Google Shape;148;g39b4d5ef439_0_7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9" name="Google Shape;149;g39b4d5ef439_0_78: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I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9b4d5ef439_0_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9b4d5ef439_0_85: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5" name="Google Shape;155;g39b4d5ef439_0_8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I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g39b3cd7a790_0_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60" name="Google Shape;160;g39b3cd7a790_0_29: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1" name="Google Shape;161;g39b3cd7a790_0_29: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I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g39b4d5ef43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67" name="Google Shape;167;g39b4d5ef439_0_9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8" name="Google Shape;168;g39b4d5ef439_0_92: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I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39b4d5ef439_0_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73" name="Google Shape;173;g39b4d5ef439_0_99: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4" name="Google Shape;174;g39b4d5ef439_0_99: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I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g39b3cd7a790_0_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79" name="Google Shape;179;g39b3cd7a790_0_36: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0" name="Google Shape;180;g39b3cd7a790_0_36: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I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9b4d5ef439_0_1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39b4d5ef439_0_106: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7" name="Google Shape;187;g39b4d5ef439_0_106: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IN"/>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9b4d5ef439_0_1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92" name="Google Shape;192;g39b4d5ef439_0_113: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3" name="Google Shape;193;g39b4d5ef439_0_113: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I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9b074ecbb9_0_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9b074ecbb9_0_14: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0" name="Google Shape;200;g39b074ecbb9_0_14: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I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9b3cd7a790_0_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06" name="Google Shape;206;g39b3cd7a790_0_46: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7" name="Google Shape;207;g39b3cd7a790_0_46: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IN"/>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g39b4d5ef439_0_1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13" name="Google Shape;213;g39b4d5ef439_0_121: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4" name="Google Shape;214;g39b4d5ef439_0_121: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IN"/>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g39b3cd7a790_0_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19" name="Google Shape;219;g39b3cd7a790_0_54: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0" name="Google Shape;220;g39b3cd7a790_0_54: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IN"/>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39b4d5ef439_0_1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26" name="Google Shape;226;g39b4d5ef439_0_12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7" name="Google Shape;227;g39b4d5ef439_0_128: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I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0" name="Shape 230"/>
        <p:cNvGrpSpPr/>
        <p:nvPr/>
      </p:nvGrpSpPr>
      <p:grpSpPr>
        <a:xfrm>
          <a:off x="0" y="0"/>
          <a:ext cx="0" cy="0"/>
          <a:chOff x="0" y="0"/>
          <a:chExt cx="0" cy="0"/>
        </a:xfrm>
      </p:grpSpPr>
      <p:sp>
        <p:nvSpPr>
          <p:cNvPr id="231" name="Google Shape;231;g39b4d5ef439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32" name="Google Shape;232;g39b4d5ef439_0_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3" name="Google Shape;233;g39b4d5ef439_0_2: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I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g39b4d5ef439_0_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39" name="Google Shape;239;g39b4d5ef439_0_1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0" name="Google Shape;240;g39b4d5ef439_0_1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IN"/>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9b4d5ef439_0_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39b4d5ef439_0_19: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7" name="Google Shape;247;g39b4d5ef439_0_19: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IN"/>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9b4d5ef439_0_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9b4d5ef439_0_26: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4" name="Google Shape;254;g39b4d5ef439_0_26: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IN"/>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spTree>
      <p:nvGrpSpPr>
        <p:cNvPr id="14" name="Shape 14"/>
        <p:cNvGrpSpPr/>
        <p:nvPr/>
      </p:nvGrpSpPr>
      <p:grpSpPr>
        <a:xfrm>
          <a:off x="0" y="0"/>
          <a:ext cx="0" cy="0"/>
          <a:chOff x="0" y="0"/>
          <a:chExt cx="0" cy="0"/>
        </a:xfrm>
      </p:grpSpPr>
      <p:grpSp>
        <p:nvGrpSpPr>
          <p:cNvPr id="15" name="Google Shape;15;p2"/>
          <p:cNvGrpSpPr/>
          <p:nvPr/>
        </p:nvGrpSpPr>
        <p:grpSpPr>
          <a:xfrm>
            <a:off x="-21770" y="0"/>
            <a:ext cx="12213771" cy="6858000"/>
            <a:chOff x="-21770" y="0"/>
            <a:chExt cx="12213771" cy="6858000"/>
          </a:xfrm>
        </p:grpSpPr>
        <p:pic>
          <p:nvPicPr>
            <p:cNvPr descr="Tech Background&quot; Images – Browse 8,227 Stock Photos, Vectors, and Video |  Adobe Stock" id="16" name="Google Shape;16;p2"/>
            <p:cNvPicPr preferRelativeResize="0"/>
            <p:nvPr/>
          </p:nvPicPr>
          <p:blipFill rotWithShape="1">
            <a:blip r:embed="rId2">
              <a:alphaModFix/>
            </a:blip>
            <a:srcRect b="1249" l="2352" r="1953" t="2332"/>
            <a:stretch/>
          </p:blipFill>
          <p:spPr>
            <a:xfrm>
              <a:off x="-21770" y="0"/>
              <a:ext cx="12213771" cy="6858000"/>
            </a:xfrm>
            <a:custGeom>
              <a:rect b="b" l="l" r="r" t="t"/>
              <a:pathLst>
                <a:path extrusionOk="0" h="6858000" w="12213771">
                  <a:moveTo>
                    <a:pt x="0" y="0"/>
                  </a:moveTo>
                  <a:lnTo>
                    <a:pt x="12213771" y="0"/>
                  </a:lnTo>
                  <a:lnTo>
                    <a:pt x="12213771" y="6858000"/>
                  </a:lnTo>
                  <a:lnTo>
                    <a:pt x="0" y="6858000"/>
                  </a:lnTo>
                  <a:close/>
                </a:path>
              </a:pathLst>
            </a:custGeom>
            <a:noFill/>
            <a:ln>
              <a:noFill/>
            </a:ln>
          </p:spPr>
        </p:pic>
        <p:pic>
          <p:nvPicPr>
            <p:cNvPr id="17" name="Google Shape;17;p2"/>
            <p:cNvPicPr preferRelativeResize="0"/>
            <p:nvPr/>
          </p:nvPicPr>
          <p:blipFill rotWithShape="1">
            <a:blip r:embed="rId3">
              <a:alphaModFix/>
            </a:blip>
            <a:srcRect b="0" l="0" r="0" t="0"/>
            <a:stretch/>
          </p:blipFill>
          <p:spPr>
            <a:xfrm>
              <a:off x="4017794" y="913775"/>
              <a:ext cx="5159490" cy="1423752"/>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Title and Content">
    <p:spTree>
      <p:nvGrpSpPr>
        <p:cNvPr id="18" name="Shape 18"/>
        <p:cNvGrpSpPr/>
        <p:nvPr/>
      </p:nvGrpSpPr>
      <p:grpSpPr>
        <a:xfrm>
          <a:off x="0" y="0"/>
          <a:ext cx="0" cy="0"/>
          <a:chOff x="0" y="0"/>
          <a:chExt cx="0" cy="0"/>
        </a:xfrm>
      </p:grpSpPr>
      <p:sp>
        <p:nvSpPr>
          <p:cNvPr id="19" name="Google Shape;19;p3"/>
          <p:cNvSpPr txBox="1"/>
          <p:nvPr>
            <p:ph type="title"/>
          </p:nvPr>
        </p:nvSpPr>
        <p:spPr>
          <a:xfrm>
            <a:off x="678884" y="603666"/>
            <a:ext cx="10834234" cy="612775"/>
          </a:xfrm>
          <a:prstGeom prst="rect">
            <a:avLst/>
          </a:prstGeom>
          <a:noFill/>
          <a:ln>
            <a:noFill/>
          </a:ln>
        </p:spPr>
        <p:txBody>
          <a:bodyPr anchorCtr="0" anchor="ctr" bIns="0" lIns="0" spcFirstLastPara="1" rIns="0" wrap="square" tIns="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0" name="Google Shape;20;p3"/>
          <p:cNvSpPr txBox="1"/>
          <p:nvPr>
            <p:ph idx="1" type="body"/>
          </p:nvPr>
        </p:nvSpPr>
        <p:spPr>
          <a:xfrm>
            <a:off x="678884" y="1675075"/>
            <a:ext cx="10834234" cy="4398066"/>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rgbClr val="171616"/>
              </a:buClr>
              <a:buSzPts val="2800"/>
              <a:buChar char="•"/>
              <a:defRPr>
                <a:solidFill>
                  <a:srgbClr val="171616"/>
                </a:solidFill>
              </a:defRPr>
            </a:lvl1pPr>
            <a:lvl2pPr indent="-381000" lvl="1" marL="914400" algn="l">
              <a:lnSpc>
                <a:spcPct val="90000"/>
              </a:lnSpc>
              <a:spcBef>
                <a:spcPts val="500"/>
              </a:spcBef>
              <a:spcAft>
                <a:spcPts val="0"/>
              </a:spcAft>
              <a:buClr>
                <a:srgbClr val="171616"/>
              </a:buClr>
              <a:buSzPts val="2400"/>
              <a:buChar char="•"/>
              <a:defRPr>
                <a:solidFill>
                  <a:srgbClr val="171616"/>
                </a:solidFill>
              </a:defRPr>
            </a:lvl2pPr>
            <a:lvl3pPr indent="-355600" lvl="2" marL="1371600" algn="l">
              <a:lnSpc>
                <a:spcPct val="90000"/>
              </a:lnSpc>
              <a:spcBef>
                <a:spcPts val="500"/>
              </a:spcBef>
              <a:spcAft>
                <a:spcPts val="0"/>
              </a:spcAft>
              <a:buClr>
                <a:srgbClr val="171616"/>
              </a:buClr>
              <a:buSzPts val="2000"/>
              <a:buChar char="•"/>
              <a:defRPr>
                <a:solidFill>
                  <a:srgbClr val="171616"/>
                </a:solidFill>
              </a:defRPr>
            </a:lvl3pPr>
            <a:lvl4pPr indent="-342900" lvl="3" marL="1828800" algn="l">
              <a:lnSpc>
                <a:spcPct val="90000"/>
              </a:lnSpc>
              <a:spcBef>
                <a:spcPts val="500"/>
              </a:spcBef>
              <a:spcAft>
                <a:spcPts val="0"/>
              </a:spcAft>
              <a:buClr>
                <a:srgbClr val="171616"/>
              </a:buClr>
              <a:buSzPts val="1800"/>
              <a:buChar char="•"/>
              <a:defRPr>
                <a:solidFill>
                  <a:srgbClr val="171616"/>
                </a:solidFill>
              </a:defRPr>
            </a:lvl4pPr>
            <a:lvl5pPr indent="-342900" lvl="4" marL="2286000" algn="l">
              <a:lnSpc>
                <a:spcPct val="90000"/>
              </a:lnSpc>
              <a:spcBef>
                <a:spcPts val="500"/>
              </a:spcBef>
              <a:spcAft>
                <a:spcPts val="0"/>
              </a:spcAft>
              <a:buClr>
                <a:srgbClr val="171616"/>
              </a:buClr>
              <a:buSzPts val="1800"/>
              <a:buChar char="•"/>
              <a:defRPr>
                <a:solidFill>
                  <a:srgbClr val="171616"/>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mp; Half">
  <p:cSld name="Half &amp; Half">
    <p:spTree>
      <p:nvGrpSpPr>
        <p:cNvPr id="21" name="Shape 21"/>
        <p:cNvGrpSpPr/>
        <p:nvPr/>
      </p:nvGrpSpPr>
      <p:grpSpPr>
        <a:xfrm>
          <a:off x="0" y="0"/>
          <a:ext cx="0" cy="0"/>
          <a:chOff x="0" y="0"/>
          <a:chExt cx="0" cy="0"/>
        </a:xfrm>
      </p:grpSpPr>
      <p:sp>
        <p:nvSpPr>
          <p:cNvPr id="22" name="Google Shape;22;p4"/>
          <p:cNvSpPr txBox="1"/>
          <p:nvPr>
            <p:ph type="title"/>
          </p:nvPr>
        </p:nvSpPr>
        <p:spPr>
          <a:xfrm>
            <a:off x="678881" y="603665"/>
            <a:ext cx="5107239" cy="612775"/>
          </a:xfrm>
          <a:prstGeom prst="rect">
            <a:avLst/>
          </a:prstGeom>
          <a:noFill/>
          <a:ln>
            <a:noFill/>
          </a:ln>
        </p:spPr>
        <p:txBody>
          <a:bodyPr anchorCtr="0" anchor="ctr" bIns="0" lIns="0" spcFirstLastPara="1" rIns="0" wrap="square" tIns="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678881" y="1659836"/>
            <a:ext cx="5107239" cy="4398066"/>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rgbClr val="171616"/>
              </a:buClr>
              <a:buSzPts val="2800"/>
              <a:buChar char="•"/>
              <a:defRPr>
                <a:solidFill>
                  <a:srgbClr val="171616"/>
                </a:solidFill>
              </a:defRPr>
            </a:lvl1pPr>
            <a:lvl2pPr indent="-381000" lvl="1" marL="914400" algn="l">
              <a:lnSpc>
                <a:spcPct val="90000"/>
              </a:lnSpc>
              <a:spcBef>
                <a:spcPts val="500"/>
              </a:spcBef>
              <a:spcAft>
                <a:spcPts val="0"/>
              </a:spcAft>
              <a:buClr>
                <a:srgbClr val="171616"/>
              </a:buClr>
              <a:buSzPts val="2400"/>
              <a:buChar char="•"/>
              <a:defRPr>
                <a:solidFill>
                  <a:srgbClr val="171616"/>
                </a:solidFill>
              </a:defRPr>
            </a:lvl2pPr>
            <a:lvl3pPr indent="-355600" lvl="2" marL="1371600" algn="l">
              <a:lnSpc>
                <a:spcPct val="90000"/>
              </a:lnSpc>
              <a:spcBef>
                <a:spcPts val="500"/>
              </a:spcBef>
              <a:spcAft>
                <a:spcPts val="0"/>
              </a:spcAft>
              <a:buClr>
                <a:srgbClr val="171616"/>
              </a:buClr>
              <a:buSzPts val="2000"/>
              <a:buChar char="•"/>
              <a:defRPr>
                <a:solidFill>
                  <a:srgbClr val="171616"/>
                </a:solidFill>
              </a:defRPr>
            </a:lvl3pPr>
            <a:lvl4pPr indent="-342900" lvl="3" marL="1828800" algn="l">
              <a:lnSpc>
                <a:spcPct val="90000"/>
              </a:lnSpc>
              <a:spcBef>
                <a:spcPts val="500"/>
              </a:spcBef>
              <a:spcAft>
                <a:spcPts val="0"/>
              </a:spcAft>
              <a:buClr>
                <a:srgbClr val="171616"/>
              </a:buClr>
              <a:buSzPts val="1800"/>
              <a:buChar char="•"/>
              <a:defRPr>
                <a:solidFill>
                  <a:srgbClr val="171616"/>
                </a:solidFill>
              </a:defRPr>
            </a:lvl4pPr>
            <a:lvl5pPr indent="-342900" lvl="4" marL="2286000" algn="l">
              <a:lnSpc>
                <a:spcPct val="90000"/>
              </a:lnSpc>
              <a:spcBef>
                <a:spcPts val="500"/>
              </a:spcBef>
              <a:spcAft>
                <a:spcPts val="0"/>
              </a:spcAft>
              <a:buClr>
                <a:srgbClr val="171616"/>
              </a:buClr>
              <a:buSzPts val="1800"/>
              <a:buChar char="•"/>
              <a:defRPr>
                <a:solidFill>
                  <a:srgbClr val="171616"/>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4" name="Google Shape;24;p4"/>
          <p:cNvSpPr/>
          <p:nvPr/>
        </p:nvSpPr>
        <p:spPr>
          <a:xfrm>
            <a:off x="6096000" y="0"/>
            <a:ext cx="6096000" cy="6858000"/>
          </a:xfrm>
          <a:prstGeom prst="rect">
            <a:avLst/>
          </a:prstGeom>
          <a:solidFill>
            <a:srgbClr val="1D1B58"/>
          </a:solidFill>
          <a:ln cap="flat" cmpd="sng" w="12700">
            <a:solidFill>
              <a:srgbClr val="1D1B58"/>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pic>
        <p:nvPicPr>
          <p:cNvPr id="25" name="Google Shape;25;p4"/>
          <p:cNvPicPr preferRelativeResize="0"/>
          <p:nvPr/>
        </p:nvPicPr>
        <p:blipFill rotWithShape="1">
          <a:blip r:embed="rId2">
            <a:alphaModFix/>
          </a:blip>
          <a:srcRect b="0" l="0" r="0" t="0"/>
          <a:stretch/>
        </p:blipFill>
        <p:spPr>
          <a:xfrm>
            <a:off x="9507412" y="6119532"/>
            <a:ext cx="1958148" cy="540347"/>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p:cSld name="Vertical Title and Text">
    <p:spTree>
      <p:nvGrpSpPr>
        <p:cNvPr id="26" name="Shape 26"/>
        <p:cNvGrpSpPr/>
        <p:nvPr/>
      </p:nvGrpSpPr>
      <p:grpSpPr>
        <a:xfrm>
          <a:off x="0" y="0"/>
          <a:ext cx="0" cy="0"/>
          <a:chOff x="0" y="0"/>
          <a:chExt cx="0" cy="0"/>
        </a:xfrm>
      </p:grpSpPr>
      <p:pic>
        <p:nvPicPr>
          <p:cNvPr descr="Tech Background&quot; Images – Browse 8,227 Stock Photos, Vectors, and Video |  Adobe Stock" id="27" name="Google Shape;27;p5"/>
          <p:cNvPicPr preferRelativeResize="0"/>
          <p:nvPr/>
        </p:nvPicPr>
        <p:blipFill rotWithShape="1">
          <a:blip r:embed="rId2">
            <a:alphaModFix/>
          </a:blip>
          <a:srcRect b="1249" l="2352" r="1953" t="2332"/>
          <a:stretch/>
        </p:blipFill>
        <p:spPr>
          <a:xfrm>
            <a:off x="-21770" y="0"/>
            <a:ext cx="12213771" cy="6858000"/>
          </a:xfrm>
          <a:custGeom>
            <a:rect b="b" l="l" r="r" t="t"/>
            <a:pathLst>
              <a:path extrusionOk="0" h="6858000" w="12213771">
                <a:moveTo>
                  <a:pt x="0" y="0"/>
                </a:moveTo>
                <a:lnTo>
                  <a:pt x="12213771" y="0"/>
                </a:lnTo>
                <a:lnTo>
                  <a:pt x="12213771" y="6858000"/>
                </a:lnTo>
                <a:lnTo>
                  <a:pt x="0" y="6858000"/>
                </a:lnTo>
                <a:close/>
              </a:path>
            </a:pathLst>
          </a:custGeom>
          <a:noFill/>
          <a:ln>
            <a:noFill/>
          </a:ln>
        </p:spPr>
      </p:pic>
      <p:sp>
        <p:nvSpPr>
          <p:cNvPr id="28" name="Google Shape;28;p5"/>
          <p:cNvSpPr txBox="1"/>
          <p:nvPr>
            <p:ph type="title"/>
          </p:nvPr>
        </p:nvSpPr>
        <p:spPr>
          <a:xfrm>
            <a:off x="-21771" y="1832442"/>
            <a:ext cx="12213771" cy="2628900"/>
          </a:xfrm>
          <a:prstGeom prst="rect">
            <a:avLst/>
          </a:prstGeom>
          <a:noFill/>
          <a:ln>
            <a:noFill/>
          </a:ln>
        </p:spPr>
        <p:txBody>
          <a:bodyPr anchorCtr="0" anchor="ctr" bIns="0" lIns="0" spcFirstLastPara="1" rIns="0" wrap="square" tIns="0">
            <a:normAutofit/>
          </a:bodyPr>
          <a:lstStyle>
            <a:lvl1pPr lvl="0" algn="ctr">
              <a:lnSpc>
                <a:spcPct val="90000"/>
              </a:lnSpc>
              <a:spcBef>
                <a:spcPts val="0"/>
              </a:spcBef>
              <a:spcAft>
                <a:spcPts val="0"/>
              </a:spcAft>
              <a:buClr>
                <a:schemeClr val="lt1"/>
              </a:buClr>
              <a:buSzPts val="8000"/>
              <a:buFont typeface="Calibri"/>
              <a:buNone/>
              <a:defRPr sz="8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Third">
  <p:cSld name="One Third">
    <p:spTree>
      <p:nvGrpSpPr>
        <p:cNvPr id="29" name="Shape 29"/>
        <p:cNvGrpSpPr/>
        <p:nvPr/>
      </p:nvGrpSpPr>
      <p:grpSpPr>
        <a:xfrm>
          <a:off x="0" y="0"/>
          <a:ext cx="0" cy="0"/>
          <a:chOff x="0" y="0"/>
          <a:chExt cx="0" cy="0"/>
        </a:xfrm>
      </p:grpSpPr>
      <p:sp>
        <p:nvSpPr>
          <p:cNvPr id="30" name="Google Shape;30;p6"/>
          <p:cNvSpPr txBox="1"/>
          <p:nvPr>
            <p:ph idx="1" type="body"/>
          </p:nvPr>
        </p:nvSpPr>
        <p:spPr>
          <a:xfrm>
            <a:off x="4455269" y="603666"/>
            <a:ext cx="7057847" cy="5454235"/>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rgbClr val="171616"/>
              </a:buClr>
              <a:buSzPts val="2800"/>
              <a:buChar char="•"/>
              <a:defRPr>
                <a:solidFill>
                  <a:srgbClr val="171616"/>
                </a:solidFill>
              </a:defRPr>
            </a:lvl1pPr>
            <a:lvl2pPr indent="-381000" lvl="1" marL="914400" algn="l">
              <a:lnSpc>
                <a:spcPct val="90000"/>
              </a:lnSpc>
              <a:spcBef>
                <a:spcPts val="500"/>
              </a:spcBef>
              <a:spcAft>
                <a:spcPts val="0"/>
              </a:spcAft>
              <a:buClr>
                <a:srgbClr val="171616"/>
              </a:buClr>
              <a:buSzPts val="2400"/>
              <a:buChar char="•"/>
              <a:defRPr>
                <a:solidFill>
                  <a:srgbClr val="171616"/>
                </a:solidFill>
              </a:defRPr>
            </a:lvl2pPr>
            <a:lvl3pPr indent="-355600" lvl="2" marL="1371600" algn="l">
              <a:lnSpc>
                <a:spcPct val="90000"/>
              </a:lnSpc>
              <a:spcBef>
                <a:spcPts val="500"/>
              </a:spcBef>
              <a:spcAft>
                <a:spcPts val="0"/>
              </a:spcAft>
              <a:buClr>
                <a:srgbClr val="171616"/>
              </a:buClr>
              <a:buSzPts val="2000"/>
              <a:buChar char="•"/>
              <a:defRPr>
                <a:solidFill>
                  <a:srgbClr val="171616"/>
                </a:solidFill>
              </a:defRPr>
            </a:lvl3pPr>
            <a:lvl4pPr indent="-342900" lvl="3" marL="1828800" algn="l">
              <a:lnSpc>
                <a:spcPct val="90000"/>
              </a:lnSpc>
              <a:spcBef>
                <a:spcPts val="500"/>
              </a:spcBef>
              <a:spcAft>
                <a:spcPts val="0"/>
              </a:spcAft>
              <a:buClr>
                <a:srgbClr val="171616"/>
              </a:buClr>
              <a:buSzPts val="1800"/>
              <a:buChar char="•"/>
              <a:defRPr>
                <a:solidFill>
                  <a:srgbClr val="171616"/>
                </a:solidFill>
              </a:defRPr>
            </a:lvl4pPr>
            <a:lvl5pPr indent="-342900" lvl="4" marL="2286000" algn="l">
              <a:lnSpc>
                <a:spcPct val="90000"/>
              </a:lnSpc>
              <a:spcBef>
                <a:spcPts val="500"/>
              </a:spcBef>
              <a:spcAft>
                <a:spcPts val="0"/>
              </a:spcAft>
              <a:buClr>
                <a:srgbClr val="171616"/>
              </a:buClr>
              <a:buSzPts val="1800"/>
              <a:buChar char="•"/>
              <a:defRPr>
                <a:solidFill>
                  <a:srgbClr val="171616"/>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1" name="Google Shape;31;p6"/>
          <p:cNvSpPr/>
          <p:nvPr/>
        </p:nvSpPr>
        <p:spPr>
          <a:xfrm>
            <a:off x="1" y="0"/>
            <a:ext cx="4114800" cy="6858000"/>
          </a:xfrm>
          <a:prstGeom prst="rect">
            <a:avLst/>
          </a:prstGeom>
          <a:solidFill>
            <a:srgbClr val="1D1B58"/>
          </a:solidFill>
          <a:ln cap="flat" cmpd="sng" w="12700">
            <a:solidFill>
              <a:srgbClr val="1D1B58"/>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32" name="Google Shape;32;p6"/>
          <p:cNvSpPr txBox="1"/>
          <p:nvPr>
            <p:ph type="title"/>
          </p:nvPr>
        </p:nvSpPr>
        <p:spPr>
          <a:xfrm>
            <a:off x="838202" y="2049670"/>
            <a:ext cx="2743200" cy="2562226"/>
          </a:xfrm>
          <a:prstGeom prst="rect">
            <a:avLst/>
          </a:prstGeom>
          <a:noFill/>
          <a:ln>
            <a:noFill/>
          </a:ln>
        </p:spPr>
        <p:txBody>
          <a:bodyPr anchorCtr="0" anchor="ctr" bIns="0" lIns="0" spcFirstLastPara="1" rIns="0" wrap="square" tIns="0">
            <a:normAutofit/>
          </a:bodyPr>
          <a:lstStyle>
            <a:lvl1pPr lvl="0" algn="l">
              <a:lnSpc>
                <a:spcPct val="90000"/>
              </a:lnSpc>
              <a:spcBef>
                <a:spcPts val="0"/>
              </a:spcBef>
              <a:spcAft>
                <a:spcPts val="0"/>
              </a:spcAft>
              <a:buClr>
                <a:schemeClr val="lt1"/>
              </a:buClr>
              <a:buSzPts val="3400"/>
              <a:buFont typeface="Calibri"/>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One Third">
  <p:cSld name="1_One Third">
    <p:spTree>
      <p:nvGrpSpPr>
        <p:cNvPr id="33" name="Shape 33"/>
        <p:cNvGrpSpPr/>
        <p:nvPr/>
      </p:nvGrpSpPr>
      <p:grpSpPr>
        <a:xfrm>
          <a:off x="0" y="0"/>
          <a:ext cx="0" cy="0"/>
          <a:chOff x="0" y="0"/>
          <a:chExt cx="0" cy="0"/>
        </a:xfrm>
      </p:grpSpPr>
      <p:sp>
        <p:nvSpPr>
          <p:cNvPr id="34" name="Google Shape;34;p7"/>
          <p:cNvSpPr txBox="1"/>
          <p:nvPr>
            <p:ph type="title"/>
          </p:nvPr>
        </p:nvSpPr>
        <p:spPr>
          <a:xfrm>
            <a:off x="678882" y="603666"/>
            <a:ext cx="7055274" cy="612775"/>
          </a:xfrm>
          <a:prstGeom prst="rect">
            <a:avLst/>
          </a:prstGeom>
          <a:noFill/>
          <a:ln>
            <a:noFill/>
          </a:ln>
        </p:spPr>
        <p:txBody>
          <a:bodyPr anchorCtr="0" anchor="ctr" bIns="0" lIns="0" spcFirstLastPara="1" rIns="0" wrap="square" tIns="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7"/>
          <p:cNvSpPr txBox="1"/>
          <p:nvPr>
            <p:ph idx="1" type="body"/>
          </p:nvPr>
        </p:nvSpPr>
        <p:spPr>
          <a:xfrm>
            <a:off x="678882" y="1659835"/>
            <a:ext cx="7055274" cy="4398066"/>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rgbClr val="171616"/>
              </a:buClr>
              <a:buSzPts val="2800"/>
              <a:buChar char="•"/>
              <a:defRPr>
                <a:solidFill>
                  <a:srgbClr val="171616"/>
                </a:solidFill>
              </a:defRPr>
            </a:lvl1pPr>
            <a:lvl2pPr indent="-381000" lvl="1" marL="914400" algn="l">
              <a:lnSpc>
                <a:spcPct val="90000"/>
              </a:lnSpc>
              <a:spcBef>
                <a:spcPts val="500"/>
              </a:spcBef>
              <a:spcAft>
                <a:spcPts val="0"/>
              </a:spcAft>
              <a:buClr>
                <a:srgbClr val="171616"/>
              </a:buClr>
              <a:buSzPts val="2400"/>
              <a:buChar char="•"/>
              <a:defRPr>
                <a:solidFill>
                  <a:srgbClr val="171616"/>
                </a:solidFill>
              </a:defRPr>
            </a:lvl2pPr>
            <a:lvl3pPr indent="-355600" lvl="2" marL="1371600" algn="l">
              <a:lnSpc>
                <a:spcPct val="90000"/>
              </a:lnSpc>
              <a:spcBef>
                <a:spcPts val="500"/>
              </a:spcBef>
              <a:spcAft>
                <a:spcPts val="0"/>
              </a:spcAft>
              <a:buClr>
                <a:srgbClr val="171616"/>
              </a:buClr>
              <a:buSzPts val="2000"/>
              <a:buChar char="•"/>
              <a:defRPr>
                <a:solidFill>
                  <a:srgbClr val="171616"/>
                </a:solidFill>
              </a:defRPr>
            </a:lvl3pPr>
            <a:lvl4pPr indent="-342900" lvl="3" marL="1828800" algn="l">
              <a:lnSpc>
                <a:spcPct val="90000"/>
              </a:lnSpc>
              <a:spcBef>
                <a:spcPts val="500"/>
              </a:spcBef>
              <a:spcAft>
                <a:spcPts val="0"/>
              </a:spcAft>
              <a:buClr>
                <a:srgbClr val="171616"/>
              </a:buClr>
              <a:buSzPts val="1800"/>
              <a:buChar char="•"/>
              <a:defRPr>
                <a:solidFill>
                  <a:srgbClr val="171616"/>
                </a:solidFill>
              </a:defRPr>
            </a:lvl4pPr>
            <a:lvl5pPr indent="-342900" lvl="4" marL="2286000" algn="l">
              <a:lnSpc>
                <a:spcPct val="90000"/>
              </a:lnSpc>
              <a:spcBef>
                <a:spcPts val="500"/>
              </a:spcBef>
              <a:spcAft>
                <a:spcPts val="0"/>
              </a:spcAft>
              <a:buClr>
                <a:srgbClr val="171616"/>
              </a:buClr>
              <a:buSzPts val="1800"/>
              <a:buChar char="•"/>
              <a:defRPr>
                <a:solidFill>
                  <a:srgbClr val="171616"/>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6" name="Google Shape;36;p7"/>
          <p:cNvSpPr/>
          <p:nvPr/>
        </p:nvSpPr>
        <p:spPr>
          <a:xfrm>
            <a:off x="8077201" y="0"/>
            <a:ext cx="4114800" cy="6858000"/>
          </a:xfrm>
          <a:prstGeom prst="rect">
            <a:avLst/>
          </a:prstGeom>
          <a:solidFill>
            <a:srgbClr val="1D1B58"/>
          </a:solidFill>
          <a:ln cap="flat" cmpd="sng" w="12700">
            <a:solidFill>
              <a:srgbClr val="1D1B58"/>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pic>
        <p:nvPicPr>
          <p:cNvPr id="37" name="Google Shape;37;p7"/>
          <p:cNvPicPr preferRelativeResize="0"/>
          <p:nvPr/>
        </p:nvPicPr>
        <p:blipFill rotWithShape="1">
          <a:blip r:embed="rId2">
            <a:alphaModFix/>
          </a:blip>
          <a:srcRect b="0" l="0" r="0" t="0"/>
          <a:stretch/>
        </p:blipFill>
        <p:spPr>
          <a:xfrm>
            <a:off x="9507412" y="6119532"/>
            <a:ext cx="1958148" cy="540347"/>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Third Flow Errow">
  <p:cSld name="One Third Flow Errow">
    <p:spTree>
      <p:nvGrpSpPr>
        <p:cNvPr id="38" name="Shape 38"/>
        <p:cNvGrpSpPr/>
        <p:nvPr/>
      </p:nvGrpSpPr>
      <p:grpSpPr>
        <a:xfrm>
          <a:off x="0" y="0"/>
          <a:ext cx="0" cy="0"/>
          <a:chOff x="0" y="0"/>
          <a:chExt cx="0" cy="0"/>
        </a:xfrm>
      </p:grpSpPr>
      <p:sp>
        <p:nvSpPr>
          <p:cNvPr id="39" name="Google Shape;39;p8"/>
          <p:cNvSpPr txBox="1"/>
          <p:nvPr>
            <p:ph type="title"/>
          </p:nvPr>
        </p:nvSpPr>
        <p:spPr>
          <a:xfrm>
            <a:off x="4455269" y="603666"/>
            <a:ext cx="7057847" cy="612775"/>
          </a:xfrm>
          <a:prstGeom prst="rect">
            <a:avLst/>
          </a:prstGeom>
          <a:noFill/>
          <a:ln>
            <a:noFill/>
          </a:ln>
        </p:spPr>
        <p:txBody>
          <a:bodyPr anchorCtr="0" anchor="ctr" bIns="0" lIns="0" spcFirstLastPara="1" rIns="0" wrap="square" tIns="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8"/>
          <p:cNvSpPr txBox="1"/>
          <p:nvPr>
            <p:ph idx="1" type="body"/>
          </p:nvPr>
        </p:nvSpPr>
        <p:spPr>
          <a:xfrm>
            <a:off x="4455269" y="1659835"/>
            <a:ext cx="7057847" cy="4398066"/>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rgbClr val="171616"/>
              </a:buClr>
              <a:buSzPts val="2800"/>
              <a:buChar char="•"/>
              <a:defRPr>
                <a:solidFill>
                  <a:srgbClr val="171616"/>
                </a:solidFill>
              </a:defRPr>
            </a:lvl1pPr>
            <a:lvl2pPr indent="-381000" lvl="1" marL="914400" algn="l">
              <a:lnSpc>
                <a:spcPct val="90000"/>
              </a:lnSpc>
              <a:spcBef>
                <a:spcPts val="500"/>
              </a:spcBef>
              <a:spcAft>
                <a:spcPts val="0"/>
              </a:spcAft>
              <a:buClr>
                <a:srgbClr val="171616"/>
              </a:buClr>
              <a:buSzPts val="2400"/>
              <a:buChar char="•"/>
              <a:defRPr>
                <a:solidFill>
                  <a:srgbClr val="171616"/>
                </a:solidFill>
              </a:defRPr>
            </a:lvl2pPr>
            <a:lvl3pPr indent="-355600" lvl="2" marL="1371600" algn="l">
              <a:lnSpc>
                <a:spcPct val="90000"/>
              </a:lnSpc>
              <a:spcBef>
                <a:spcPts val="500"/>
              </a:spcBef>
              <a:spcAft>
                <a:spcPts val="0"/>
              </a:spcAft>
              <a:buClr>
                <a:srgbClr val="171616"/>
              </a:buClr>
              <a:buSzPts val="2000"/>
              <a:buChar char="•"/>
              <a:defRPr>
                <a:solidFill>
                  <a:srgbClr val="171616"/>
                </a:solidFill>
              </a:defRPr>
            </a:lvl3pPr>
            <a:lvl4pPr indent="-342900" lvl="3" marL="1828800" algn="l">
              <a:lnSpc>
                <a:spcPct val="90000"/>
              </a:lnSpc>
              <a:spcBef>
                <a:spcPts val="500"/>
              </a:spcBef>
              <a:spcAft>
                <a:spcPts val="0"/>
              </a:spcAft>
              <a:buClr>
                <a:srgbClr val="171616"/>
              </a:buClr>
              <a:buSzPts val="1800"/>
              <a:buChar char="•"/>
              <a:defRPr>
                <a:solidFill>
                  <a:srgbClr val="171616"/>
                </a:solidFill>
              </a:defRPr>
            </a:lvl4pPr>
            <a:lvl5pPr indent="-342900" lvl="4" marL="2286000" algn="l">
              <a:lnSpc>
                <a:spcPct val="90000"/>
              </a:lnSpc>
              <a:spcBef>
                <a:spcPts val="500"/>
              </a:spcBef>
              <a:spcAft>
                <a:spcPts val="0"/>
              </a:spcAft>
              <a:buClr>
                <a:srgbClr val="171616"/>
              </a:buClr>
              <a:buSzPts val="1800"/>
              <a:buChar char="•"/>
              <a:defRPr>
                <a:solidFill>
                  <a:srgbClr val="171616"/>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1" name="Google Shape;41;p8"/>
          <p:cNvSpPr/>
          <p:nvPr/>
        </p:nvSpPr>
        <p:spPr>
          <a:xfrm>
            <a:off x="1" y="0"/>
            <a:ext cx="4114800" cy="6858000"/>
          </a:xfrm>
          <a:prstGeom prst="homePlate">
            <a:avLst>
              <a:gd fmla="val 16049" name="adj"/>
            </a:avLst>
          </a:prstGeom>
          <a:solidFill>
            <a:srgbClr val="1D1B58"/>
          </a:solidFill>
          <a:ln cap="flat" cmpd="sng" w="12700">
            <a:solidFill>
              <a:srgbClr val="1D1B58"/>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2" name="Google Shape;42;p8"/>
          <p:cNvSpPr txBox="1"/>
          <p:nvPr/>
        </p:nvSpPr>
        <p:spPr>
          <a:xfrm>
            <a:off x="678882" y="3122614"/>
            <a:ext cx="2978720" cy="612775"/>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Clr>
                <a:schemeClr val="lt1"/>
              </a:buClr>
              <a:buSzPts val="3400"/>
              <a:buFont typeface="Calibri"/>
              <a:buNone/>
            </a:pPr>
            <a:r>
              <a:rPr b="1" lang="en-IN" sz="3400">
                <a:solidFill>
                  <a:schemeClr val="lt1"/>
                </a:solidFill>
                <a:latin typeface="Calibri"/>
                <a:ea typeface="Calibri"/>
                <a:cs typeface="Calibri"/>
                <a:sym typeface="Calibri"/>
              </a:rPr>
              <a:t>Click to edit Master title style</a:t>
            </a: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One Third">
  <p:cSld name="4_One Third">
    <p:spTree>
      <p:nvGrpSpPr>
        <p:cNvPr id="43" name="Shape 43"/>
        <p:cNvGrpSpPr/>
        <p:nvPr/>
      </p:nvGrpSpPr>
      <p:grpSpPr>
        <a:xfrm>
          <a:off x="0" y="0"/>
          <a:ext cx="0" cy="0"/>
          <a:chOff x="0" y="0"/>
          <a:chExt cx="0" cy="0"/>
        </a:xfrm>
      </p:grpSpPr>
      <p:sp>
        <p:nvSpPr>
          <p:cNvPr id="44" name="Google Shape;44;p9"/>
          <p:cNvSpPr txBox="1"/>
          <p:nvPr/>
        </p:nvSpPr>
        <p:spPr>
          <a:xfrm>
            <a:off x="838200" y="3122614"/>
            <a:ext cx="2819401" cy="612775"/>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Clr>
                <a:srgbClr val="1D1B58"/>
              </a:buClr>
              <a:buSzPts val="3400"/>
              <a:buFont typeface="Calibri"/>
              <a:buNone/>
            </a:pPr>
            <a:r>
              <a:rPr b="1" lang="en-IN" sz="3400">
                <a:solidFill>
                  <a:srgbClr val="1D1B58"/>
                </a:solidFill>
                <a:latin typeface="Calibri"/>
                <a:ea typeface="Calibri"/>
                <a:cs typeface="Calibri"/>
                <a:sym typeface="Calibri"/>
              </a:rPr>
              <a:t>Click to edit Master title style</a:t>
            </a:r>
            <a:endParaRPr/>
          </a:p>
        </p:txBody>
      </p:sp>
      <p:sp>
        <p:nvSpPr>
          <p:cNvPr id="45" name="Google Shape;45;p9"/>
          <p:cNvSpPr/>
          <p:nvPr/>
        </p:nvSpPr>
        <p:spPr>
          <a:xfrm>
            <a:off x="3454417" y="0"/>
            <a:ext cx="8737584" cy="6858000"/>
          </a:xfrm>
          <a:custGeom>
            <a:rect b="b" l="l" r="r" t="t"/>
            <a:pathLst>
              <a:path extrusionOk="0" h="6858000" w="9601184">
                <a:moveTo>
                  <a:pt x="0" y="0"/>
                </a:moveTo>
                <a:lnTo>
                  <a:pt x="9601184" y="0"/>
                </a:lnTo>
                <a:lnTo>
                  <a:pt x="9601184" y="6858000"/>
                </a:lnTo>
                <a:lnTo>
                  <a:pt x="0" y="6858000"/>
                </a:lnTo>
                <a:lnTo>
                  <a:pt x="660384" y="3429000"/>
                </a:lnTo>
                <a:lnTo>
                  <a:pt x="0" y="0"/>
                </a:lnTo>
                <a:close/>
              </a:path>
            </a:pathLst>
          </a:custGeom>
          <a:solidFill>
            <a:srgbClr val="1D1B5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46" name="Google Shape;46;p9"/>
          <p:cNvSpPr txBox="1"/>
          <p:nvPr>
            <p:ph type="title"/>
          </p:nvPr>
        </p:nvSpPr>
        <p:spPr>
          <a:xfrm>
            <a:off x="4455269" y="603666"/>
            <a:ext cx="7057847" cy="612775"/>
          </a:xfrm>
          <a:prstGeom prst="rect">
            <a:avLst/>
          </a:prstGeom>
          <a:noFill/>
          <a:ln>
            <a:noFill/>
          </a:ln>
        </p:spPr>
        <p:txBody>
          <a:bodyPr anchorCtr="0" anchor="ctr" bIns="0" lIns="0" spcFirstLastPara="1" rIns="0" wrap="square" tIns="0">
            <a:normAutofit/>
          </a:bodyPr>
          <a:lstStyle>
            <a:lvl1pPr lvl="0" algn="l">
              <a:lnSpc>
                <a:spcPct val="90000"/>
              </a:lnSpc>
              <a:spcBef>
                <a:spcPts val="0"/>
              </a:spcBef>
              <a:spcAft>
                <a:spcPts val="0"/>
              </a:spcAft>
              <a:buClr>
                <a:schemeClr val="lt1"/>
              </a:buClr>
              <a:buSzPts val="3400"/>
              <a:buFont typeface="Calibri"/>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9"/>
          <p:cNvSpPr txBox="1"/>
          <p:nvPr>
            <p:ph idx="1" type="body"/>
          </p:nvPr>
        </p:nvSpPr>
        <p:spPr>
          <a:xfrm>
            <a:off x="4455269" y="1659835"/>
            <a:ext cx="7057847" cy="4398066"/>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chemeClr val="lt1"/>
              </a:buClr>
              <a:buSzPts val="2800"/>
              <a:buChar char="•"/>
              <a:defRPr>
                <a:solidFill>
                  <a:schemeClr val="lt1"/>
                </a:solidFill>
              </a:defRPr>
            </a:lvl1pPr>
            <a:lvl2pPr indent="-381000" lvl="1" marL="914400" algn="l">
              <a:lnSpc>
                <a:spcPct val="90000"/>
              </a:lnSpc>
              <a:spcBef>
                <a:spcPts val="500"/>
              </a:spcBef>
              <a:spcAft>
                <a:spcPts val="0"/>
              </a:spcAft>
              <a:buClr>
                <a:schemeClr val="lt1"/>
              </a:buClr>
              <a:buSzPts val="2400"/>
              <a:buChar char="•"/>
              <a:defRPr>
                <a:solidFill>
                  <a:schemeClr val="lt1"/>
                </a:solidFill>
              </a:defRPr>
            </a:lvl2pPr>
            <a:lvl3pPr indent="-355600" lvl="2" marL="1371600" algn="l">
              <a:lnSpc>
                <a:spcPct val="90000"/>
              </a:lnSpc>
              <a:spcBef>
                <a:spcPts val="500"/>
              </a:spcBef>
              <a:spcAft>
                <a:spcPts val="0"/>
              </a:spcAft>
              <a:buClr>
                <a:schemeClr val="lt1"/>
              </a:buClr>
              <a:buSzPts val="2000"/>
              <a:buChar char="•"/>
              <a:defRPr>
                <a:solidFill>
                  <a:schemeClr val="lt1"/>
                </a:solidFill>
              </a:defRPr>
            </a:lvl3pPr>
            <a:lvl4pPr indent="-342900" lvl="3" marL="1828800" algn="l">
              <a:lnSpc>
                <a:spcPct val="90000"/>
              </a:lnSpc>
              <a:spcBef>
                <a:spcPts val="500"/>
              </a:spcBef>
              <a:spcAft>
                <a:spcPts val="0"/>
              </a:spcAft>
              <a:buClr>
                <a:schemeClr val="lt1"/>
              </a:buClr>
              <a:buSzPts val="1800"/>
              <a:buChar char="•"/>
              <a:defRPr>
                <a:solidFill>
                  <a:schemeClr val="lt1"/>
                </a:solidFill>
              </a:defRPr>
            </a:lvl4pPr>
            <a:lvl5pPr indent="-342900" lvl="4" marL="2286000" algn="l">
              <a:lnSpc>
                <a:spcPct val="90000"/>
              </a:lnSpc>
              <a:spcBef>
                <a:spcPts val="500"/>
              </a:spcBef>
              <a:spcAft>
                <a:spcPts val="0"/>
              </a:spcAft>
              <a:buClr>
                <a:schemeClr val="lt1"/>
              </a:buClr>
              <a:buSzPts val="1800"/>
              <a:buChar char="•"/>
              <a:defRPr>
                <a:solidFill>
                  <a:schemeClr val="lt1"/>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id="48" name="Google Shape;48;p9"/>
          <p:cNvPicPr preferRelativeResize="0"/>
          <p:nvPr/>
        </p:nvPicPr>
        <p:blipFill rotWithShape="1">
          <a:blip r:embed="rId2">
            <a:alphaModFix/>
          </a:blip>
          <a:srcRect b="0" l="0" r="0" t="0"/>
          <a:stretch/>
        </p:blipFill>
        <p:spPr>
          <a:xfrm>
            <a:off x="9507412" y="6119532"/>
            <a:ext cx="1958148" cy="540347"/>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One Third">
  <p:cSld name="3_One Third">
    <p:spTree>
      <p:nvGrpSpPr>
        <p:cNvPr id="49" name="Shape 49"/>
        <p:cNvGrpSpPr/>
        <p:nvPr/>
      </p:nvGrpSpPr>
      <p:grpSpPr>
        <a:xfrm>
          <a:off x="0" y="0"/>
          <a:ext cx="0" cy="0"/>
          <a:chOff x="0" y="0"/>
          <a:chExt cx="0" cy="0"/>
        </a:xfrm>
      </p:grpSpPr>
      <p:sp>
        <p:nvSpPr>
          <p:cNvPr id="50" name="Google Shape;50;p10"/>
          <p:cNvSpPr txBox="1"/>
          <p:nvPr>
            <p:ph type="title"/>
          </p:nvPr>
        </p:nvSpPr>
        <p:spPr>
          <a:xfrm>
            <a:off x="678882" y="603666"/>
            <a:ext cx="6687118" cy="612775"/>
          </a:xfrm>
          <a:prstGeom prst="rect">
            <a:avLst/>
          </a:prstGeom>
          <a:noFill/>
          <a:ln>
            <a:noFill/>
          </a:ln>
        </p:spPr>
        <p:txBody>
          <a:bodyPr anchorCtr="0" anchor="ctr" bIns="0" lIns="0" spcFirstLastPara="1" rIns="0" wrap="square" tIns="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10"/>
          <p:cNvSpPr txBox="1"/>
          <p:nvPr>
            <p:ph idx="1" type="body"/>
          </p:nvPr>
        </p:nvSpPr>
        <p:spPr>
          <a:xfrm>
            <a:off x="678882" y="1659835"/>
            <a:ext cx="6687118" cy="4398066"/>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rgbClr val="171616"/>
              </a:buClr>
              <a:buSzPts val="2800"/>
              <a:buChar char="•"/>
              <a:defRPr>
                <a:solidFill>
                  <a:srgbClr val="171616"/>
                </a:solidFill>
              </a:defRPr>
            </a:lvl1pPr>
            <a:lvl2pPr indent="-381000" lvl="1" marL="914400" algn="l">
              <a:lnSpc>
                <a:spcPct val="90000"/>
              </a:lnSpc>
              <a:spcBef>
                <a:spcPts val="500"/>
              </a:spcBef>
              <a:spcAft>
                <a:spcPts val="0"/>
              </a:spcAft>
              <a:buClr>
                <a:srgbClr val="171616"/>
              </a:buClr>
              <a:buSzPts val="2400"/>
              <a:buChar char="•"/>
              <a:defRPr>
                <a:solidFill>
                  <a:srgbClr val="171616"/>
                </a:solidFill>
              </a:defRPr>
            </a:lvl2pPr>
            <a:lvl3pPr indent="-355600" lvl="2" marL="1371600" algn="l">
              <a:lnSpc>
                <a:spcPct val="90000"/>
              </a:lnSpc>
              <a:spcBef>
                <a:spcPts val="500"/>
              </a:spcBef>
              <a:spcAft>
                <a:spcPts val="0"/>
              </a:spcAft>
              <a:buClr>
                <a:srgbClr val="171616"/>
              </a:buClr>
              <a:buSzPts val="2000"/>
              <a:buChar char="•"/>
              <a:defRPr>
                <a:solidFill>
                  <a:srgbClr val="171616"/>
                </a:solidFill>
              </a:defRPr>
            </a:lvl3pPr>
            <a:lvl4pPr indent="-342900" lvl="3" marL="1828800" algn="l">
              <a:lnSpc>
                <a:spcPct val="90000"/>
              </a:lnSpc>
              <a:spcBef>
                <a:spcPts val="500"/>
              </a:spcBef>
              <a:spcAft>
                <a:spcPts val="0"/>
              </a:spcAft>
              <a:buClr>
                <a:srgbClr val="171616"/>
              </a:buClr>
              <a:buSzPts val="1800"/>
              <a:buChar char="•"/>
              <a:defRPr>
                <a:solidFill>
                  <a:srgbClr val="171616"/>
                </a:solidFill>
              </a:defRPr>
            </a:lvl4pPr>
            <a:lvl5pPr indent="-342900" lvl="4" marL="2286000" algn="l">
              <a:lnSpc>
                <a:spcPct val="90000"/>
              </a:lnSpc>
              <a:spcBef>
                <a:spcPts val="500"/>
              </a:spcBef>
              <a:spcAft>
                <a:spcPts val="0"/>
              </a:spcAft>
              <a:buClr>
                <a:srgbClr val="171616"/>
              </a:buClr>
              <a:buSzPts val="1800"/>
              <a:buChar char="•"/>
              <a:defRPr>
                <a:solidFill>
                  <a:srgbClr val="171616"/>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52" name="Google Shape;52;p10"/>
          <p:cNvSpPr txBox="1"/>
          <p:nvPr/>
        </p:nvSpPr>
        <p:spPr>
          <a:xfrm>
            <a:off x="8567565" y="3064248"/>
            <a:ext cx="3314556" cy="612775"/>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Clr>
                <a:schemeClr val="lt1"/>
              </a:buClr>
              <a:buSzPts val="3400"/>
              <a:buFont typeface="Calibri"/>
              <a:buNone/>
            </a:pPr>
            <a:r>
              <a:rPr b="1" lang="en-IN" sz="3400">
                <a:solidFill>
                  <a:schemeClr val="lt1"/>
                </a:solidFill>
                <a:latin typeface="Calibri"/>
                <a:ea typeface="Calibri"/>
                <a:cs typeface="Calibri"/>
                <a:sym typeface="Calibri"/>
              </a:rPr>
              <a:t>Click to edit Master title style</a:t>
            </a:r>
            <a:endParaRPr/>
          </a:p>
        </p:txBody>
      </p:sp>
      <p:sp>
        <p:nvSpPr>
          <p:cNvPr id="53" name="Google Shape;53;p10"/>
          <p:cNvSpPr/>
          <p:nvPr/>
        </p:nvSpPr>
        <p:spPr>
          <a:xfrm>
            <a:off x="7543800" y="0"/>
            <a:ext cx="4648201" cy="6858000"/>
          </a:xfrm>
          <a:custGeom>
            <a:rect b="b" l="l" r="r" t="t"/>
            <a:pathLst>
              <a:path extrusionOk="0" h="6858000" w="3818882">
                <a:moveTo>
                  <a:pt x="0" y="0"/>
                </a:moveTo>
                <a:lnTo>
                  <a:pt x="3818882" y="0"/>
                </a:lnTo>
                <a:lnTo>
                  <a:pt x="3818882" y="6858000"/>
                </a:lnTo>
                <a:lnTo>
                  <a:pt x="0" y="6858000"/>
                </a:lnTo>
                <a:lnTo>
                  <a:pt x="796282" y="3429000"/>
                </a:lnTo>
                <a:lnTo>
                  <a:pt x="0" y="0"/>
                </a:lnTo>
                <a:close/>
              </a:path>
            </a:pathLst>
          </a:custGeom>
          <a:solidFill>
            <a:srgbClr val="1D1B5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pic>
        <p:nvPicPr>
          <p:cNvPr id="54" name="Google Shape;54;p10"/>
          <p:cNvPicPr preferRelativeResize="0"/>
          <p:nvPr/>
        </p:nvPicPr>
        <p:blipFill rotWithShape="1">
          <a:blip r:embed="rId2">
            <a:alphaModFix/>
          </a:blip>
          <a:srcRect b="0" l="0" r="0" t="0"/>
          <a:stretch/>
        </p:blipFill>
        <p:spPr>
          <a:xfrm>
            <a:off x="9507412" y="6119532"/>
            <a:ext cx="1958148" cy="540347"/>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55" name="Shape 55"/>
        <p:cNvGrpSpPr/>
        <p:nvPr/>
      </p:nvGrpSpPr>
      <p:grpSpPr>
        <a:xfrm>
          <a:off x="0" y="0"/>
          <a:ext cx="0" cy="0"/>
          <a:chOff x="0" y="0"/>
          <a:chExt cx="0" cy="0"/>
        </a:xfrm>
      </p:grpSpPr>
      <p:sp>
        <p:nvSpPr>
          <p:cNvPr id="56" name="Google Shape;56;p11"/>
          <p:cNvSpPr txBox="1"/>
          <p:nvPr>
            <p:ph type="title"/>
          </p:nvPr>
        </p:nvSpPr>
        <p:spPr>
          <a:xfrm>
            <a:off x="678883" y="1709738"/>
            <a:ext cx="10834234" cy="2852737"/>
          </a:xfrm>
          <a:prstGeom prst="rect">
            <a:avLst/>
          </a:prstGeom>
          <a:noFill/>
          <a:ln>
            <a:noFill/>
          </a:ln>
        </p:spPr>
        <p:txBody>
          <a:bodyPr anchorCtr="0" anchor="b" bIns="0" lIns="0" spcFirstLastPara="1" rIns="0" wrap="square" tIns="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7" name="Google Shape;57;p11"/>
          <p:cNvSpPr txBox="1"/>
          <p:nvPr>
            <p:ph idx="1" type="body"/>
          </p:nvPr>
        </p:nvSpPr>
        <p:spPr>
          <a:xfrm>
            <a:off x="678883" y="4589464"/>
            <a:ext cx="10834234"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98990"/>
              </a:buClr>
              <a:buSzPts val="2400"/>
              <a:buNone/>
              <a:defRPr sz="2400">
                <a:solidFill>
                  <a:srgbClr val="898990"/>
                </a:solidFill>
              </a:defRPr>
            </a:lvl1pPr>
            <a:lvl2pPr indent="-228600" lvl="1" marL="914400" algn="l">
              <a:lnSpc>
                <a:spcPct val="90000"/>
              </a:lnSpc>
              <a:spcBef>
                <a:spcPts val="500"/>
              </a:spcBef>
              <a:spcAft>
                <a:spcPts val="0"/>
              </a:spcAft>
              <a:buClr>
                <a:srgbClr val="898990"/>
              </a:buClr>
              <a:buSzPts val="2000"/>
              <a:buNone/>
              <a:defRPr sz="2000">
                <a:solidFill>
                  <a:srgbClr val="898990"/>
                </a:solidFill>
              </a:defRPr>
            </a:lvl2pPr>
            <a:lvl3pPr indent="-228600" lvl="2" marL="1371600" algn="l">
              <a:lnSpc>
                <a:spcPct val="90000"/>
              </a:lnSpc>
              <a:spcBef>
                <a:spcPts val="500"/>
              </a:spcBef>
              <a:spcAft>
                <a:spcPts val="0"/>
              </a:spcAft>
              <a:buClr>
                <a:srgbClr val="898990"/>
              </a:buClr>
              <a:buSzPts val="1800"/>
              <a:buNone/>
              <a:defRPr sz="1800">
                <a:solidFill>
                  <a:srgbClr val="898990"/>
                </a:solidFill>
              </a:defRPr>
            </a:lvl3pPr>
            <a:lvl4pPr indent="-228600" lvl="3" marL="1828800" algn="l">
              <a:lnSpc>
                <a:spcPct val="90000"/>
              </a:lnSpc>
              <a:spcBef>
                <a:spcPts val="500"/>
              </a:spcBef>
              <a:spcAft>
                <a:spcPts val="0"/>
              </a:spcAft>
              <a:buClr>
                <a:srgbClr val="898990"/>
              </a:buClr>
              <a:buSzPts val="1600"/>
              <a:buNone/>
              <a:defRPr sz="1600">
                <a:solidFill>
                  <a:srgbClr val="898990"/>
                </a:solidFill>
              </a:defRPr>
            </a:lvl4pPr>
            <a:lvl5pPr indent="-228600" lvl="4" marL="2286000" algn="l">
              <a:lnSpc>
                <a:spcPct val="90000"/>
              </a:lnSpc>
              <a:spcBef>
                <a:spcPts val="500"/>
              </a:spcBef>
              <a:spcAft>
                <a:spcPts val="0"/>
              </a:spcAft>
              <a:buClr>
                <a:srgbClr val="898990"/>
              </a:buClr>
              <a:buSzPts val="1600"/>
              <a:buNone/>
              <a:defRPr sz="1600">
                <a:solidFill>
                  <a:srgbClr val="898990"/>
                </a:solidFill>
              </a:defRPr>
            </a:lvl5pPr>
            <a:lvl6pPr indent="-228600" lvl="5" marL="2743200" algn="l">
              <a:lnSpc>
                <a:spcPct val="90000"/>
              </a:lnSpc>
              <a:spcBef>
                <a:spcPts val="500"/>
              </a:spcBef>
              <a:spcAft>
                <a:spcPts val="0"/>
              </a:spcAft>
              <a:buClr>
                <a:srgbClr val="898990"/>
              </a:buClr>
              <a:buSzPts val="1600"/>
              <a:buNone/>
              <a:defRPr sz="1600">
                <a:solidFill>
                  <a:srgbClr val="898990"/>
                </a:solidFill>
              </a:defRPr>
            </a:lvl6pPr>
            <a:lvl7pPr indent="-228600" lvl="6" marL="3200400" algn="l">
              <a:lnSpc>
                <a:spcPct val="90000"/>
              </a:lnSpc>
              <a:spcBef>
                <a:spcPts val="500"/>
              </a:spcBef>
              <a:spcAft>
                <a:spcPts val="0"/>
              </a:spcAft>
              <a:buClr>
                <a:srgbClr val="898990"/>
              </a:buClr>
              <a:buSzPts val="1600"/>
              <a:buNone/>
              <a:defRPr sz="1600">
                <a:solidFill>
                  <a:srgbClr val="898990"/>
                </a:solidFill>
              </a:defRPr>
            </a:lvl7pPr>
            <a:lvl8pPr indent="-228600" lvl="7" marL="3657600" algn="l">
              <a:lnSpc>
                <a:spcPct val="90000"/>
              </a:lnSpc>
              <a:spcBef>
                <a:spcPts val="500"/>
              </a:spcBef>
              <a:spcAft>
                <a:spcPts val="0"/>
              </a:spcAft>
              <a:buClr>
                <a:srgbClr val="898990"/>
              </a:buClr>
              <a:buSzPts val="1600"/>
              <a:buNone/>
              <a:defRPr sz="1600">
                <a:solidFill>
                  <a:srgbClr val="898990"/>
                </a:solidFill>
              </a:defRPr>
            </a:lvl8pPr>
            <a:lvl9pPr indent="-228600" lvl="8" marL="4114800" algn="l">
              <a:lnSpc>
                <a:spcPct val="90000"/>
              </a:lnSpc>
              <a:spcBef>
                <a:spcPts val="500"/>
              </a:spcBef>
              <a:spcAft>
                <a:spcPts val="0"/>
              </a:spcAft>
              <a:buClr>
                <a:srgbClr val="898990"/>
              </a:buClr>
              <a:buSzPts val="1600"/>
              <a:buNone/>
              <a:defRPr sz="1600">
                <a:solidFill>
                  <a:srgbClr val="898990"/>
                </a:solidFill>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p:cSld name="Two Content">
    <p:spTree>
      <p:nvGrpSpPr>
        <p:cNvPr id="58" name="Shape 58"/>
        <p:cNvGrpSpPr/>
        <p:nvPr/>
      </p:nvGrpSpPr>
      <p:grpSpPr>
        <a:xfrm>
          <a:off x="0" y="0"/>
          <a:ext cx="0" cy="0"/>
          <a:chOff x="0" y="0"/>
          <a:chExt cx="0" cy="0"/>
        </a:xfrm>
      </p:grpSpPr>
      <p:sp>
        <p:nvSpPr>
          <p:cNvPr id="59" name="Google Shape;59;p12"/>
          <p:cNvSpPr txBox="1"/>
          <p:nvPr>
            <p:ph type="title"/>
          </p:nvPr>
        </p:nvSpPr>
        <p:spPr>
          <a:xfrm>
            <a:off x="678881" y="603666"/>
            <a:ext cx="10834233" cy="612775"/>
          </a:xfrm>
          <a:prstGeom prst="rect">
            <a:avLst/>
          </a:prstGeom>
          <a:noFill/>
          <a:ln>
            <a:noFill/>
          </a:ln>
        </p:spPr>
        <p:txBody>
          <a:bodyPr anchorCtr="0" anchor="ctr" bIns="0" lIns="0" spcFirstLastPara="1" rIns="0" wrap="square" tIns="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12"/>
          <p:cNvSpPr txBox="1"/>
          <p:nvPr>
            <p:ph idx="1" type="body"/>
          </p:nvPr>
        </p:nvSpPr>
        <p:spPr>
          <a:xfrm>
            <a:off x="678881" y="1659835"/>
            <a:ext cx="5340919" cy="4399442"/>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rgbClr val="171616"/>
              </a:buClr>
              <a:buSzPts val="2800"/>
              <a:buChar char="•"/>
              <a:defRPr>
                <a:solidFill>
                  <a:srgbClr val="171616"/>
                </a:solidFill>
              </a:defRPr>
            </a:lvl1pPr>
            <a:lvl2pPr indent="-381000" lvl="1" marL="914400" algn="l">
              <a:lnSpc>
                <a:spcPct val="90000"/>
              </a:lnSpc>
              <a:spcBef>
                <a:spcPts val="500"/>
              </a:spcBef>
              <a:spcAft>
                <a:spcPts val="0"/>
              </a:spcAft>
              <a:buClr>
                <a:srgbClr val="171616"/>
              </a:buClr>
              <a:buSzPts val="2400"/>
              <a:buChar char="•"/>
              <a:defRPr>
                <a:solidFill>
                  <a:srgbClr val="171616"/>
                </a:solidFill>
              </a:defRPr>
            </a:lvl2pPr>
            <a:lvl3pPr indent="-355600" lvl="2" marL="1371600" algn="l">
              <a:lnSpc>
                <a:spcPct val="90000"/>
              </a:lnSpc>
              <a:spcBef>
                <a:spcPts val="500"/>
              </a:spcBef>
              <a:spcAft>
                <a:spcPts val="0"/>
              </a:spcAft>
              <a:buClr>
                <a:srgbClr val="171616"/>
              </a:buClr>
              <a:buSzPts val="2000"/>
              <a:buChar char="•"/>
              <a:defRPr>
                <a:solidFill>
                  <a:srgbClr val="171616"/>
                </a:solidFill>
              </a:defRPr>
            </a:lvl3pPr>
            <a:lvl4pPr indent="-342900" lvl="3" marL="1828800" algn="l">
              <a:lnSpc>
                <a:spcPct val="90000"/>
              </a:lnSpc>
              <a:spcBef>
                <a:spcPts val="500"/>
              </a:spcBef>
              <a:spcAft>
                <a:spcPts val="0"/>
              </a:spcAft>
              <a:buClr>
                <a:srgbClr val="171616"/>
              </a:buClr>
              <a:buSzPts val="1800"/>
              <a:buChar char="•"/>
              <a:defRPr>
                <a:solidFill>
                  <a:srgbClr val="171616"/>
                </a:solidFill>
              </a:defRPr>
            </a:lvl4pPr>
            <a:lvl5pPr indent="-342900" lvl="4" marL="2286000" algn="l">
              <a:lnSpc>
                <a:spcPct val="90000"/>
              </a:lnSpc>
              <a:spcBef>
                <a:spcPts val="500"/>
              </a:spcBef>
              <a:spcAft>
                <a:spcPts val="0"/>
              </a:spcAft>
              <a:buClr>
                <a:srgbClr val="171616"/>
              </a:buClr>
              <a:buSzPts val="1800"/>
              <a:buChar char="•"/>
              <a:defRPr>
                <a:solidFill>
                  <a:srgbClr val="171616"/>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1" name="Google Shape;61;p12"/>
          <p:cNvSpPr txBox="1"/>
          <p:nvPr>
            <p:ph idx="2" type="body"/>
          </p:nvPr>
        </p:nvSpPr>
        <p:spPr>
          <a:xfrm>
            <a:off x="6172199" y="1659835"/>
            <a:ext cx="5340917" cy="4399442"/>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rgbClr val="171616"/>
              </a:buClr>
              <a:buSzPts val="2800"/>
              <a:buChar char="•"/>
              <a:defRPr>
                <a:solidFill>
                  <a:srgbClr val="171616"/>
                </a:solidFill>
              </a:defRPr>
            </a:lvl1pPr>
            <a:lvl2pPr indent="-381000" lvl="1" marL="914400" algn="l">
              <a:lnSpc>
                <a:spcPct val="90000"/>
              </a:lnSpc>
              <a:spcBef>
                <a:spcPts val="500"/>
              </a:spcBef>
              <a:spcAft>
                <a:spcPts val="0"/>
              </a:spcAft>
              <a:buClr>
                <a:srgbClr val="171616"/>
              </a:buClr>
              <a:buSzPts val="2400"/>
              <a:buChar char="•"/>
              <a:defRPr>
                <a:solidFill>
                  <a:srgbClr val="171616"/>
                </a:solidFill>
              </a:defRPr>
            </a:lvl2pPr>
            <a:lvl3pPr indent="-355600" lvl="2" marL="1371600" algn="l">
              <a:lnSpc>
                <a:spcPct val="90000"/>
              </a:lnSpc>
              <a:spcBef>
                <a:spcPts val="500"/>
              </a:spcBef>
              <a:spcAft>
                <a:spcPts val="0"/>
              </a:spcAft>
              <a:buClr>
                <a:srgbClr val="171616"/>
              </a:buClr>
              <a:buSzPts val="2000"/>
              <a:buChar char="•"/>
              <a:defRPr>
                <a:solidFill>
                  <a:srgbClr val="171616"/>
                </a:solidFill>
              </a:defRPr>
            </a:lvl3pPr>
            <a:lvl4pPr indent="-342900" lvl="3" marL="1828800" algn="l">
              <a:lnSpc>
                <a:spcPct val="90000"/>
              </a:lnSpc>
              <a:spcBef>
                <a:spcPts val="500"/>
              </a:spcBef>
              <a:spcAft>
                <a:spcPts val="0"/>
              </a:spcAft>
              <a:buClr>
                <a:srgbClr val="171616"/>
              </a:buClr>
              <a:buSzPts val="1800"/>
              <a:buChar char="•"/>
              <a:defRPr>
                <a:solidFill>
                  <a:srgbClr val="171616"/>
                </a:solidFill>
              </a:defRPr>
            </a:lvl4pPr>
            <a:lvl5pPr indent="-342900" lvl="4" marL="2286000" algn="l">
              <a:lnSpc>
                <a:spcPct val="90000"/>
              </a:lnSpc>
              <a:spcBef>
                <a:spcPts val="500"/>
              </a:spcBef>
              <a:spcAft>
                <a:spcPts val="0"/>
              </a:spcAft>
              <a:buClr>
                <a:srgbClr val="171616"/>
              </a:buClr>
              <a:buSzPts val="1800"/>
              <a:buChar char="•"/>
              <a:defRPr>
                <a:solidFill>
                  <a:srgbClr val="171616"/>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p:cSld name="Comparison">
    <p:spTree>
      <p:nvGrpSpPr>
        <p:cNvPr id="62" name="Shape 62"/>
        <p:cNvGrpSpPr/>
        <p:nvPr/>
      </p:nvGrpSpPr>
      <p:grpSpPr>
        <a:xfrm>
          <a:off x="0" y="0"/>
          <a:ext cx="0" cy="0"/>
          <a:chOff x="0" y="0"/>
          <a:chExt cx="0" cy="0"/>
        </a:xfrm>
      </p:grpSpPr>
      <p:sp>
        <p:nvSpPr>
          <p:cNvPr id="63" name="Google Shape;63;p13"/>
          <p:cNvSpPr txBox="1"/>
          <p:nvPr>
            <p:ph type="title"/>
          </p:nvPr>
        </p:nvSpPr>
        <p:spPr>
          <a:xfrm>
            <a:off x="678881" y="603665"/>
            <a:ext cx="10834234" cy="612775"/>
          </a:xfrm>
          <a:prstGeom prst="rect">
            <a:avLst/>
          </a:prstGeom>
          <a:noFill/>
          <a:ln>
            <a:noFill/>
          </a:ln>
        </p:spPr>
        <p:txBody>
          <a:bodyPr anchorCtr="0" anchor="ctr" bIns="0" lIns="0" spcFirstLastPara="1" rIns="0" wrap="square" tIns="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13"/>
          <p:cNvSpPr txBox="1"/>
          <p:nvPr>
            <p:ph idx="1" type="body"/>
          </p:nvPr>
        </p:nvSpPr>
        <p:spPr>
          <a:xfrm>
            <a:off x="678881" y="1659834"/>
            <a:ext cx="5318693" cy="655349"/>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rgbClr val="171616"/>
              </a:buClr>
              <a:buSzPts val="2400"/>
              <a:buNone/>
              <a:defRPr b="1" sz="2400"/>
            </a:lvl1pPr>
            <a:lvl2pPr indent="-228600" lvl="1" marL="914400" algn="l">
              <a:lnSpc>
                <a:spcPct val="90000"/>
              </a:lnSpc>
              <a:spcBef>
                <a:spcPts val="500"/>
              </a:spcBef>
              <a:spcAft>
                <a:spcPts val="0"/>
              </a:spcAft>
              <a:buClr>
                <a:srgbClr val="171616"/>
              </a:buClr>
              <a:buSzPts val="2000"/>
              <a:buNone/>
              <a:defRPr b="1" sz="2000"/>
            </a:lvl2pPr>
            <a:lvl3pPr indent="-228600" lvl="2" marL="1371600" algn="l">
              <a:lnSpc>
                <a:spcPct val="90000"/>
              </a:lnSpc>
              <a:spcBef>
                <a:spcPts val="500"/>
              </a:spcBef>
              <a:spcAft>
                <a:spcPts val="0"/>
              </a:spcAft>
              <a:buClr>
                <a:srgbClr val="171616"/>
              </a:buClr>
              <a:buSzPts val="1800"/>
              <a:buNone/>
              <a:defRPr b="1" sz="1800"/>
            </a:lvl3pPr>
            <a:lvl4pPr indent="-228600" lvl="3" marL="1828800" algn="l">
              <a:lnSpc>
                <a:spcPct val="90000"/>
              </a:lnSpc>
              <a:spcBef>
                <a:spcPts val="500"/>
              </a:spcBef>
              <a:spcAft>
                <a:spcPts val="0"/>
              </a:spcAft>
              <a:buClr>
                <a:srgbClr val="171616"/>
              </a:buClr>
              <a:buSzPts val="1600"/>
              <a:buNone/>
              <a:defRPr b="1" sz="1600"/>
            </a:lvl4pPr>
            <a:lvl5pPr indent="-228600" lvl="4" marL="2286000" algn="l">
              <a:lnSpc>
                <a:spcPct val="90000"/>
              </a:lnSpc>
              <a:spcBef>
                <a:spcPts val="500"/>
              </a:spcBef>
              <a:spcAft>
                <a:spcPts val="0"/>
              </a:spcAft>
              <a:buClr>
                <a:srgbClr val="171616"/>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65" name="Google Shape;65;p13"/>
          <p:cNvSpPr txBox="1"/>
          <p:nvPr>
            <p:ph idx="2" type="body"/>
          </p:nvPr>
        </p:nvSpPr>
        <p:spPr>
          <a:xfrm>
            <a:off x="678881" y="2505075"/>
            <a:ext cx="5318693" cy="3552826"/>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rgbClr val="171616"/>
              </a:buClr>
              <a:buSzPts val="2800"/>
              <a:buChar char="•"/>
              <a:defRPr>
                <a:solidFill>
                  <a:srgbClr val="171616"/>
                </a:solidFill>
              </a:defRPr>
            </a:lvl1pPr>
            <a:lvl2pPr indent="-381000" lvl="1" marL="914400" algn="l">
              <a:lnSpc>
                <a:spcPct val="90000"/>
              </a:lnSpc>
              <a:spcBef>
                <a:spcPts val="500"/>
              </a:spcBef>
              <a:spcAft>
                <a:spcPts val="0"/>
              </a:spcAft>
              <a:buClr>
                <a:srgbClr val="171616"/>
              </a:buClr>
              <a:buSzPts val="2400"/>
              <a:buChar char="•"/>
              <a:defRPr>
                <a:solidFill>
                  <a:srgbClr val="171616"/>
                </a:solidFill>
              </a:defRPr>
            </a:lvl2pPr>
            <a:lvl3pPr indent="-355600" lvl="2" marL="1371600" algn="l">
              <a:lnSpc>
                <a:spcPct val="90000"/>
              </a:lnSpc>
              <a:spcBef>
                <a:spcPts val="500"/>
              </a:spcBef>
              <a:spcAft>
                <a:spcPts val="0"/>
              </a:spcAft>
              <a:buClr>
                <a:srgbClr val="171616"/>
              </a:buClr>
              <a:buSzPts val="2000"/>
              <a:buChar char="•"/>
              <a:defRPr>
                <a:solidFill>
                  <a:srgbClr val="171616"/>
                </a:solidFill>
              </a:defRPr>
            </a:lvl3pPr>
            <a:lvl4pPr indent="-342900" lvl="3" marL="1828800" algn="l">
              <a:lnSpc>
                <a:spcPct val="90000"/>
              </a:lnSpc>
              <a:spcBef>
                <a:spcPts val="500"/>
              </a:spcBef>
              <a:spcAft>
                <a:spcPts val="0"/>
              </a:spcAft>
              <a:buClr>
                <a:srgbClr val="171616"/>
              </a:buClr>
              <a:buSzPts val="1800"/>
              <a:buChar char="•"/>
              <a:defRPr>
                <a:solidFill>
                  <a:srgbClr val="171616"/>
                </a:solidFill>
              </a:defRPr>
            </a:lvl4pPr>
            <a:lvl5pPr indent="-342900" lvl="4" marL="2286000" algn="l">
              <a:lnSpc>
                <a:spcPct val="90000"/>
              </a:lnSpc>
              <a:spcBef>
                <a:spcPts val="500"/>
              </a:spcBef>
              <a:spcAft>
                <a:spcPts val="0"/>
              </a:spcAft>
              <a:buClr>
                <a:srgbClr val="171616"/>
              </a:buClr>
              <a:buSzPts val="1800"/>
              <a:buChar char="•"/>
              <a:defRPr>
                <a:solidFill>
                  <a:srgbClr val="171616"/>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6" name="Google Shape;66;p13"/>
          <p:cNvSpPr txBox="1"/>
          <p:nvPr>
            <p:ph idx="3" type="body"/>
          </p:nvPr>
        </p:nvSpPr>
        <p:spPr>
          <a:xfrm>
            <a:off x="6172202" y="1659834"/>
            <a:ext cx="5340914" cy="655349"/>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rgbClr val="171616"/>
              </a:buClr>
              <a:buSzPts val="2400"/>
              <a:buNone/>
              <a:defRPr b="1" sz="2400"/>
            </a:lvl1pPr>
            <a:lvl2pPr indent="-228600" lvl="1" marL="914400" algn="l">
              <a:lnSpc>
                <a:spcPct val="90000"/>
              </a:lnSpc>
              <a:spcBef>
                <a:spcPts val="500"/>
              </a:spcBef>
              <a:spcAft>
                <a:spcPts val="0"/>
              </a:spcAft>
              <a:buClr>
                <a:srgbClr val="171616"/>
              </a:buClr>
              <a:buSzPts val="2000"/>
              <a:buNone/>
              <a:defRPr b="1" sz="2000"/>
            </a:lvl2pPr>
            <a:lvl3pPr indent="-228600" lvl="2" marL="1371600" algn="l">
              <a:lnSpc>
                <a:spcPct val="90000"/>
              </a:lnSpc>
              <a:spcBef>
                <a:spcPts val="500"/>
              </a:spcBef>
              <a:spcAft>
                <a:spcPts val="0"/>
              </a:spcAft>
              <a:buClr>
                <a:srgbClr val="171616"/>
              </a:buClr>
              <a:buSzPts val="1800"/>
              <a:buNone/>
              <a:defRPr b="1" sz="1800"/>
            </a:lvl3pPr>
            <a:lvl4pPr indent="-228600" lvl="3" marL="1828800" algn="l">
              <a:lnSpc>
                <a:spcPct val="90000"/>
              </a:lnSpc>
              <a:spcBef>
                <a:spcPts val="500"/>
              </a:spcBef>
              <a:spcAft>
                <a:spcPts val="0"/>
              </a:spcAft>
              <a:buClr>
                <a:srgbClr val="171616"/>
              </a:buClr>
              <a:buSzPts val="1600"/>
              <a:buNone/>
              <a:defRPr b="1" sz="1600"/>
            </a:lvl4pPr>
            <a:lvl5pPr indent="-228600" lvl="4" marL="2286000" algn="l">
              <a:lnSpc>
                <a:spcPct val="90000"/>
              </a:lnSpc>
              <a:spcBef>
                <a:spcPts val="500"/>
              </a:spcBef>
              <a:spcAft>
                <a:spcPts val="0"/>
              </a:spcAft>
              <a:buClr>
                <a:srgbClr val="171616"/>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67" name="Google Shape;67;p13"/>
          <p:cNvSpPr txBox="1"/>
          <p:nvPr>
            <p:ph idx="4" type="body"/>
          </p:nvPr>
        </p:nvSpPr>
        <p:spPr>
          <a:xfrm>
            <a:off x="6172202" y="2505075"/>
            <a:ext cx="5340914" cy="3552826"/>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rgbClr val="171616"/>
              </a:buClr>
              <a:buSzPts val="2800"/>
              <a:buChar char="•"/>
              <a:defRPr>
                <a:solidFill>
                  <a:srgbClr val="171616"/>
                </a:solidFill>
              </a:defRPr>
            </a:lvl1pPr>
            <a:lvl2pPr indent="-381000" lvl="1" marL="914400" algn="l">
              <a:lnSpc>
                <a:spcPct val="90000"/>
              </a:lnSpc>
              <a:spcBef>
                <a:spcPts val="500"/>
              </a:spcBef>
              <a:spcAft>
                <a:spcPts val="0"/>
              </a:spcAft>
              <a:buClr>
                <a:srgbClr val="171616"/>
              </a:buClr>
              <a:buSzPts val="2400"/>
              <a:buChar char="•"/>
              <a:defRPr>
                <a:solidFill>
                  <a:srgbClr val="171616"/>
                </a:solidFill>
              </a:defRPr>
            </a:lvl2pPr>
            <a:lvl3pPr indent="-355600" lvl="2" marL="1371600" algn="l">
              <a:lnSpc>
                <a:spcPct val="90000"/>
              </a:lnSpc>
              <a:spcBef>
                <a:spcPts val="500"/>
              </a:spcBef>
              <a:spcAft>
                <a:spcPts val="0"/>
              </a:spcAft>
              <a:buClr>
                <a:srgbClr val="171616"/>
              </a:buClr>
              <a:buSzPts val="2000"/>
              <a:buChar char="•"/>
              <a:defRPr>
                <a:solidFill>
                  <a:srgbClr val="171616"/>
                </a:solidFill>
              </a:defRPr>
            </a:lvl3pPr>
            <a:lvl4pPr indent="-342900" lvl="3" marL="1828800" algn="l">
              <a:lnSpc>
                <a:spcPct val="90000"/>
              </a:lnSpc>
              <a:spcBef>
                <a:spcPts val="500"/>
              </a:spcBef>
              <a:spcAft>
                <a:spcPts val="0"/>
              </a:spcAft>
              <a:buClr>
                <a:srgbClr val="171616"/>
              </a:buClr>
              <a:buSzPts val="1800"/>
              <a:buChar char="•"/>
              <a:defRPr>
                <a:solidFill>
                  <a:srgbClr val="171616"/>
                </a:solidFill>
              </a:defRPr>
            </a:lvl4pPr>
            <a:lvl5pPr indent="-342900" lvl="4" marL="2286000" algn="l">
              <a:lnSpc>
                <a:spcPct val="90000"/>
              </a:lnSpc>
              <a:spcBef>
                <a:spcPts val="500"/>
              </a:spcBef>
              <a:spcAft>
                <a:spcPts val="0"/>
              </a:spcAft>
              <a:buClr>
                <a:srgbClr val="171616"/>
              </a:buClr>
              <a:buSzPts val="1800"/>
              <a:buChar char="•"/>
              <a:defRPr>
                <a:solidFill>
                  <a:srgbClr val="171616"/>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68" name="Shape 68"/>
        <p:cNvGrpSpPr/>
        <p:nvPr/>
      </p:nvGrpSpPr>
      <p:grpSpPr>
        <a:xfrm>
          <a:off x="0" y="0"/>
          <a:ext cx="0" cy="0"/>
          <a:chOff x="0" y="0"/>
          <a:chExt cx="0" cy="0"/>
        </a:xfrm>
      </p:grpSpPr>
      <p:sp>
        <p:nvSpPr>
          <p:cNvPr id="69" name="Google Shape;69;p14"/>
          <p:cNvSpPr txBox="1"/>
          <p:nvPr>
            <p:ph type="title"/>
          </p:nvPr>
        </p:nvSpPr>
        <p:spPr>
          <a:xfrm>
            <a:off x="678884" y="603666"/>
            <a:ext cx="10834234" cy="612775"/>
          </a:xfrm>
          <a:prstGeom prst="rect">
            <a:avLst/>
          </a:prstGeom>
          <a:noFill/>
          <a:ln>
            <a:noFill/>
          </a:ln>
        </p:spPr>
        <p:txBody>
          <a:bodyPr anchorCtr="0" anchor="ctr" bIns="0" lIns="0" spcFirstLastPara="1" rIns="0" wrap="square" tIns="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0" name="Shape 70"/>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p:cSld name="Content with Caption">
    <p:spTree>
      <p:nvGrpSpPr>
        <p:cNvPr id="71" name="Shape 71"/>
        <p:cNvGrpSpPr/>
        <p:nvPr/>
      </p:nvGrpSpPr>
      <p:grpSpPr>
        <a:xfrm>
          <a:off x="0" y="0"/>
          <a:ext cx="0" cy="0"/>
          <a:chOff x="0" y="0"/>
          <a:chExt cx="0" cy="0"/>
        </a:xfrm>
      </p:grpSpPr>
      <p:sp>
        <p:nvSpPr>
          <p:cNvPr id="72" name="Google Shape;72;p16"/>
          <p:cNvSpPr txBox="1"/>
          <p:nvPr>
            <p:ph type="title"/>
          </p:nvPr>
        </p:nvSpPr>
        <p:spPr>
          <a:xfrm>
            <a:off x="678881" y="603666"/>
            <a:ext cx="4093145" cy="1453734"/>
          </a:xfrm>
          <a:prstGeom prst="rect">
            <a:avLst/>
          </a:prstGeom>
          <a:noFill/>
          <a:ln>
            <a:noFill/>
          </a:ln>
        </p:spPr>
        <p:txBody>
          <a:bodyPr anchorCtr="0" anchor="b" bIns="0" lIns="0" spcFirstLastPara="1" rIns="0" wrap="square" tIns="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6"/>
          <p:cNvSpPr txBox="1"/>
          <p:nvPr>
            <p:ph idx="1" type="body"/>
          </p:nvPr>
        </p:nvSpPr>
        <p:spPr>
          <a:xfrm>
            <a:off x="5183189" y="1659835"/>
            <a:ext cx="6329928" cy="420121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rgbClr val="171616"/>
              </a:buClr>
              <a:buSzPts val="3200"/>
              <a:buChar char="•"/>
              <a:defRPr sz="3200">
                <a:solidFill>
                  <a:srgbClr val="171616"/>
                </a:solidFill>
              </a:defRPr>
            </a:lvl1pPr>
            <a:lvl2pPr indent="-406400" lvl="1" marL="914400" algn="l">
              <a:lnSpc>
                <a:spcPct val="90000"/>
              </a:lnSpc>
              <a:spcBef>
                <a:spcPts val="500"/>
              </a:spcBef>
              <a:spcAft>
                <a:spcPts val="0"/>
              </a:spcAft>
              <a:buClr>
                <a:srgbClr val="171616"/>
              </a:buClr>
              <a:buSzPts val="2800"/>
              <a:buChar char="•"/>
              <a:defRPr sz="2800">
                <a:solidFill>
                  <a:srgbClr val="171616"/>
                </a:solidFill>
              </a:defRPr>
            </a:lvl2pPr>
            <a:lvl3pPr indent="-381000" lvl="2" marL="1371600" algn="l">
              <a:lnSpc>
                <a:spcPct val="90000"/>
              </a:lnSpc>
              <a:spcBef>
                <a:spcPts val="500"/>
              </a:spcBef>
              <a:spcAft>
                <a:spcPts val="0"/>
              </a:spcAft>
              <a:buClr>
                <a:srgbClr val="171616"/>
              </a:buClr>
              <a:buSzPts val="2400"/>
              <a:buChar char="•"/>
              <a:defRPr sz="2400">
                <a:solidFill>
                  <a:srgbClr val="171616"/>
                </a:solidFill>
              </a:defRPr>
            </a:lvl3pPr>
            <a:lvl4pPr indent="-355600" lvl="3" marL="1828800" algn="l">
              <a:lnSpc>
                <a:spcPct val="90000"/>
              </a:lnSpc>
              <a:spcBef>
                <a:spcPts val="500"/>
              </a:spcBef>
              <a:spcAft>
                <a:spcPts val="0"/>
              </a:spcAft>
              <a:buClr>
                <a:srgbClr val="171616"/>
              </a:buClr>
              <a:buSzPts val="2000"/>
              <a:buChar char="•"/>
              <a:defRPr sz="2000">
                <a:solidFill>
                  <a:srgbClr val="171616"/>
                </a:solidFill>
              </a:defRPr>
            </a:lvl4pPr>
            <a:lvl5pPr indent="-355600" lvl="4" marL="2286000" algn="l">
              <a:lnSpc>
                <a:spcPct val="90000"/>
              </a:lnSpc>
              <a:spcBef>
                <a:spcPts val="500"/>
              </a:spcBef>
              <a:spcAft>
                <a:spcPts val="0"/>
              </a:spcAft>
              <a:buClr>
                <a:srgbClr val="171616"/>
              </a:buClr>
              <a:buSzPts val="2000"/>
              <a:buChar char="•"/>
              <a:defRPr sz="2000">
                <a:solidFill>
                  <a:srgbClr val="171616"/>
                </a:solidFill>
              </a:defRPr>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74" name="Google Shape;74;p16"/>
          <p:cNvSpPr txBox="1"/>
          <p:nvPr>
            <p:ph idx="2" type="body"/>
          </p:nvPr>
        </p:nvSpPr>
        <p:spPr>
          <a:xfrm>
            <a:off x="678881" y="2315183"/>
            <a:ext cx="4093145" cy="355380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171616"/>
              </a:buClr>
              <a:buSzPts val="1600"/>
              <a:buNone/>
              <a:defRPr sz="1600"/>
            </a:lvl1pPr>
            <a:lvl2pPr indent="-228600" lvl="1" marL="914400" algn="l">
              <a:lnSpc>
                <a:spcPct val="90000"/>
              </a:lnSpc>
              <a:spcBef>
                <a:spcPts val="500"/>
              </a:spcBef>
              <a:spcAft>
                <a:spcPts val="0"/>
              </a:spcAft>
              <a:buClr>
                <a:srgbClr val="171616"/>
              </a:buClr>
              <a:buSzPts val="1400"/>
              <a:buNone/>
              <a:defRPr sz="1400"/>
            </a:lvl2pPr>
            <a:lvl3pPr indent="-228600" lvl="2" marL="1371600" algn="l">
              <a:lnSpc>
                <a:spcPct val="90000"/>
              </a:lnSpc>
              <a:spcBef>
                <a:spcPts val="500"/>
              </a:spcBef>
              <a:spcAft>
                <a:spcPts val="0"/>
              </a:spcAft>
              <a:buClr>
                <a:srgbClr val="171616"/>
              </a:buClr>
              <a:buSzPts val="1200"/>
              <a:buNone/>
              <a:defRPr sz="1200"/>
            </a:lvl3pPr>
            <a:lvl4pPr indent="-228600" lvl="3" marL="1828800" algn="l">
              <a:lnSpc>
                <a:spcPct val="90000"/>
              </a:lnSpc>
              <a:spcBef>
                <a:spcPts val="500"/>
              </a:spcBef>
              <a:spcAft>
                <a:spcPts val="0"/>
              </a:spcAft>
              <a:buClr>
                <a:srgbClr val="171616"/>
              </a:buClr>
              <a:buSzPts val="1000"/>
              <a:buNone/>
              <a:defRPr sz="1000"/>
            </a:lvl4pPr>
            <a:lvl5pPr indent="-228600" lvl="4" marL="2286000" algn="l">
              <a:lnSpc>
                <a:spcPct val="90000"/>
              </a:lnSpc>
              <a:spcBef>
                <a:spcPts val="500"/>
              </a:spcBef>
              <a:spcAft>
                <a:spcPts val="0"/>
              </a:spcAft>
              <a:buClr>
                <a:srgbClr val="171616"/>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p:cSld name="Title and Vertical Text">
    <p:spTree>
      <p:nvGrpSpPr>
        <p:cNvPr id="75" name="Shape 75"/>
        <p:cNvGrpSpPr/>
        <p:nvPr/>
      </p:nvGrpSpPr>
      <p:grpSpPr>
        <a:xfrm>
          <a:off x="0" y="0"/>
          <a:ext cx="0" cy="0"/>
          <a:chOff x="0" y="0"/>
          <a:chExt cx="0" cy="0"/>
        </a:xfrm>
      </p:grpSpPr>
      <p:sp>
        <p:nvSpPr>
          <p:cNvPr id="76" name="Google Shape;76;p17"/>
          <p:cNvSpPr txBox="1"/>
          <p:nvPr>
            <p:ph type="title"/>
          </p:nvPr>
        </p:nvSpPr>
        <p:spPr>
          <a:xfrm>
            <a:off x="678884" y="603666"/>
            <a:ext cx="10834234" cy="612775"/>
          </a:xfrm>
          <a:prstGeom prst="rect">
            <a:avLst/>
          </a:prstGeom>
          <a:noFill/>
          <a:ln>
            <a:noFill/>
          </a:ln>
        </p:spPr>
        <p:txBody>
          <a:bodyPr anchorCtr="0" anchor="ctr" bIns="0" lIns="0" spcFirstLastPara="1" rIns="0" wrap="square" tIns="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7" name="Google Shape;77;p17"/>
          <p:cNvSpPr txBox="1"/>
          <p:nvPr>
            <p:ph idx="1" type="body"/>
          </p:nvPr>
        </p:nvSpPr>
        <p:spPr>
          <a:xfrm rot="5400000">
            <a:off x="4012534" y="-1673816"/>
            <a:ext cx="4166933" cy="10834234"/>
          </a:xfrm>
          <a:prstGeom prst="rect">
            <a:avLst/>
          </a:prstGeom>
          <a:noFill/>
          <a:ln>
            <a:noFill/>
          </a:ln>
        </p:spPr>
        <p:txBody>
          <a:bodyPr anchorCtr="0" anchor="t" bIns="45700" lIns="91425" spcFirstLastPara="1" rIns="91425" wrap="square" tIns="45700">
            <a:normAutofit/>
          </a:bodyPr>
          <a:lstStyle>
            <a:lvl1pPr indent="-406400" lvl="0" marL="457200" algn="l">
              <a:lnSpc>
                <a:spcPct val="90000"/>
              </a:lnSpc>
              <a:spcBef>
                <a:spcPts val="1000"/>
              </a:spcBef>
              <a:spcAft>
                <a:spcPts val="0"/>
              </a:spcAft>
              <a:buClr>
                <a:srgbClr val="171616"/>
              </a:buClr>
              <a:buSzPts val="2800"/>
              <a:buChar char="•"/>
              <a:defRPr>
                <a:solidFill>
                  <a:srgbClr val="171616"/>
                </a:solidFill>
              </a:defRPr>
            </a:lvl1pPr>
            <a:lvl2pPr indent="-381000" lvl="1" marL="914400" algn="l">
              <a:lnSpc>
                <a:spcPct val="90000"/>
              </a:lnSpc>
              <a:spcBef>
                <a:spcPts val="500"/>
              </a:spcBef>
              <a:spcAft>
                <a:spcPts val="0"/>
              </a:spcAft>
              <a:buClr>
                <a:srgbClr val="171616"/>
              </a:buClr>
              <a:buSzPts val="2400"/>
              <a:buChar char="•"/>
              <a:defRPr>
                <a:solidFill>
                  <a:srgbClr val="171616"/>
                </a:solidFill>
              </a:defRPr>
            </a:lvl2pPr>
            <a:lvl3pPr indent="-355600" lvl="2" marL="1371600" algn="l">
              <a:lnSpc>
                <a:spcPct val="90000"/>
              </a:lnSpc>
              <a:spcBef>
                <a:spcPts val="500"/>
              </a:spcBef>
              <a:spcAft>
                <a:spcPts val="0"/>
              </a:spcAft>
              <a:buClr>
                <a:srgbClr val="171616"/>
              </a:buClr>
              <a:buSzPts val="2000"/>
              <a:buChar char="•"/>
              <a:defRPr>
                <a:solidFill>
                  <a:srgbClr val="171616"/>
                </a:solidFill>
              </a:defRPr>
            </a:lvl3pPr>
            <a:lvl4pPr indent="-342900" lvl="3" marL="1828800" algn="l">
              <a:lnSpc>
                <a:spcPct val="90000"/>
              </a:lnSpc>
              <a:spcBef>
                <a:spcPts val="500"/>
              </a:spcBef>
              <a:spcAft>
                <a:spcPts val="0"/>
              </a:spcAft>
              <a:buClr>
                <a:srgbClr val="171616"/>
              </a:buClr>
              <a:buSzPts val="1800"/>
              <a:buChar char="•"/>
              <a:defRPr>
                <a:solidFill>
                  <a:srgbClr val="171616"/>
                </a:solidFill>
              </a:defRPr>
            </a:lvl4pPr>
            <a:lvl5pPr indent="-342900" lvl="4" marL="2286000" algn="l">
              <a:lnSpc>
                <a:spcPct val="90000"/>
              </a:lnSpc>
              <a:spcBef>
                <a:spcPts val="500"/>
              </a:spcBef>
              <a:spcAft>
                <a:spcPts val="0"/>
              </a:spcAft>
              <a:buClr>
                <a:srgbClr val="171616"/>
              </a:buClr>
              <a:buSzPts val="1800"/>
              <a:buChar char="•"/>
              <a:defRPr>
                <a:solidFill>
                  <a:srgbClr val="171616"/>
                </a:solidFill>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0.xml"/><Relationship Id="rId10" Type="http://schemas.openxmlformats.org/officeDocument/2006/relationships/slideLayout" Target="../slideLayouts/slideLayout9.xml"/><Relationship Id="rId13" Type="http://schemas.openxmlformats.org/officeDocument/2006/relationships/slideLayout" Target="../slideLayouts/slideLayout12.xml"/><Relationship Id="rId12" Type="http://schemas.openxmlformats.org/officeDocument/2006/relationships/slideLayout" Target="../slideLayouts/slideLayout11.xml"/><Relationship Id="rId1" Type="http://schemas.openxmlformats.org/officeDocument/2006/relationships/image" Target="../media/image1.pn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9" Type="http://schemas.openxmlformats.org/officeDocument/2006/relationships/slideLayout" Target="../slideLayouts/slideLayout8.xml"/><Relationship Id="rId15" Type="http://schemas.openxmlformats.org/officeDocument/2006/relationships/slideLayout" Target="../slideLayouts/slideLayout14.xml"/><Relationship Id="rId14" Type="http://schemas.openxmlformats.org/officeDocument/2006/relationships/slideLayout" Target="../slideLayouts/slideLayout13.xml"/><Relationship Id="rId17" Type="http://schemas.openxmlformats.org/officeDocument/2006/relationships/slideLayout" Target="../slideLayouts/slideLayout16.xml"/><Relationship Id="rId16" Type="http://schemas.openxmlformats.org/officeDocument/2006/relationships/slideLayout" Target="../slideLayouts/slideLayout15.xml"/><Relationship Id="rId5" Type="http://schemas.openxmlformats.org/officeDocument/2006/relationships/slideLayout" Target="../slideLayouts/slideLayout4.xml"/><Relationship Id="rId6" Type="http://schemas.openxmlformats.org/officeDocument/2006/relationships/slideLayout" Target="../slideLayouts/slideLayout5.xml"/><Relationship Id="rId18" Type="http://schemas.openxmlformats.org/officeDocument/2006/relationships/theme" Target="../theme/theme1.xml"/><Relationship Id="rId7" Type="http://schemas.openxmlformats.org/officeDocument/2006/relationships/slideLayout" Target="../slideLayouts/slideLayout6.xml"/><Relationship Id="rId8"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678884" y="603666"/>
            <a:ext cx="10834232" cy="612775"/>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dk1"/>
              </a:buClr>
              <a:buSzPts val="3400"/>
              <a:buFont typeface="Calibri"/>
              <a:buNone/>
              <a:defRPr b="1" i="0" sz="3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678884" y="1659835"/>
            <a:ext cx="10834234" cy="4398065"/>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rgbClr val="171616"/>
              </a:buClr>
              <a:buSzPts val="2800"/>
              <a:buFont typeface="Arial"/>
              <a:buChar char="•"/>
              <a:defRPr b="0" i="0" sz="2800" u="none" cap="none" strike="noStrike">
                <a:solidFill>
                  <a:srgbClr val="171616"/>
                </a:solidFill>
                <a:latin typeface="Calibri"/>
                <a:ea typeface="Calibri"/>
                <a:cs typeface="Calibri"/>
                <a:sym typeface="Calibri"/>
              </a:defRPr>
            </a:lvl1pPr>
            <a:lvl2pPr indent="-381000" lvl="1" marL="914400" marR="0" rtl="0" algn="l">
              <a:lnSpc>
                <a:spcPct val="90000"/>
              </a:lnSpc>
              <a:spcBef>
                <a:spcPts val="500"/>
              </a:spcBef>
              <a:spcAft>
                <a:spcPts val="0"/>
              </a:spcAft>
              <a:buClr>
                <a:srgbClr val="171616"/>
              </a:buClr>
              <a:buSzPts val="2400"/>
              <a:buFont typeface="Arial"/>
              <a:buChar char="•"/>
              <a:defRPr b="0" i="0" sz="2400" u="none" cap="none" strike="noStrike">
                <a:solidFill>
                  <a:srgbClr val="171616"/>
                </a:solidFill>
                <a:latin typeface="Calibri"/>
                <a:ea typeface="Calibri"/>
                <a:cs typeface="Calibri"/>
                <a:sym typeface="Calibri"/>
              </a:defRPr>
            </a:lvl2pPr>
            <a:lvl3pPr indent="-355600" lvl="2" marL="1371600" marR="0" rtl="0" algn="l">
              <a:lnSpc>
                <a:spcPct val="90000"/>
              </a:lnSpc>
              <a:spcBef>
                <a:spcPts val="500"/>
              </a:spcBef>
              <a:spcAft>
                <a:spcPts val="0"/>
              </a:spcAft>
              <a:buClr>
                <a:srgbClr val="171616"/>
              </a:buClr>
              <a:buSzPts val="2000"/>
              <a:buFont typeface="Arial"/>
              <a:buChar char="•"/>
              <a:defRPr b="0" i="0" sz="2000" u="none" cap="none" strike="noStrike">
                <a:solidFill>
                  <a:srgbClr val="171616"/>
                </a:solidFill>
                <a:latin typeface="Calibri"/>
                <a:ea typeface="Calibri"/>
                <a:cs typeface="Calibri"/>
                <a:sym typeface="Calibri"/>
              </a:defRPr>
            </a:lvl3pPr>
            <a:lvl4pPr indent="-342900" lvl="3" marL="1828800" marR="0" rtl="0" algn="l">
              <a:lnSpc>
                <a:spcPct val="90000"/>
              </a:lnSpc>
              <a:spcBef>
                <a:spcPts val="500"/>
              </a:spcBef>
              <a:spcAft>
                <a:spcPts val="0"/>
              </a:spcAft>
              <a:buClr>
                <a:srgbClr val="171616"/>
              </a:buClr>
              <a:buSzPts val="1800"/>
              <a:buFont typeface="Arial"/>
              <a:buChar char="•"/>
              <a:defRPr b="0" i="0" sz="1800" u="none" cap="none" strike="noStrike">
                <a:solidFill>
                  <a:srgbClr val="171616"/>
                </a:solidFill>
                <a:latin typeface="Calibri"/>
                <a:ea typeface="Calibri"/>
                <a:cs typeface="Calibri"/>
                <a:sym typeface="Calibri"/>
              </a:defRPr>
            </a:lvl4pPr>
            <a:lvl5pPr indent="-342900" lvl="4" marL="2286000" marR="0" rtl="0" algn="l">
              <a:lnSpc>
                <a:spcPct val="90000"/>
              </a:lnSpc>
              <a:spcBef>
                <a:spcPts val="500"/>
              </a:spcBef>
              <a:spcAft>
                <a:spcPts val="0"/>
              </a:spcAft>
              <a:buClr>
                <a:srgbClr val="171616"/>
              </a:buClr>
              <a:buSzPts val="1800"/>
              <a:buFont typeface="Arial"/>
              <a:buChar char="•"/>
              <a:defRPr b="0" i="0" sz="1800" u="none" cap="none" strike="noStrike">
                <a:solidFill>
                  <a:srgbClr val="171616"/>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pic>
        <p:nvPicPr>
          <p:cNvPr descr="Top Ranked Data Science Institute, Classroom Plus Online Training | Boston  Institute of Analytics" id="12" name="Google Shape;12;p1"/>
          <p:cNvPicPr preferRelativeResize="0"/>
          <p:nvPr/>
        </p:nvPicPr>
        <p:blipFill rotWithShape="1">
          <a:blip r:embed="rId1">
            <a:alphaModFix/>
          </a:blip>
          <a:srcRect b="0" l="3999" r="3112" t="0"/>
          <a:stretch/>
        </p:blipFill>
        <p:spPr>
          <a:xfrm>
            <a:off x="9493777" y="6115409"/>
            <a:ext cx="2019339" cy="548917"/>
          </a:xfrm>
          <a:prstGeom prst="rect">
            <a:avLst/>
          </a:prstGeom>
          <a:noFill/>
          <a:ln>
            <a:noFill/>
          </a:ln>
        </p:spPr>
      </p:pic>
      <p:sp>
        <p:nvSpPr>
          <p:cNvPr id="13" name="Google Shape;13;p1"/>
          <p:cNvSpPr/>
          <p:nvPr/>
        </p:nvSpPr>
        <p:spPr>
          <a:xfrm>
            <a:off x="678883" y="6207305"/>
            <a:ext cx="7474517" cy="365125"/>
          </a:xfrm>
          <a:prstGeom prst="rect">
            <a:avLst/>
          </a:prstGeom>
          <a:solidFill>
            <a:schemeClr val="lt1"/>
          </a:solidFill>
          <a:ln>
            <a:noFill/>
          </a:ln>
        </p:spPr>
        <p:txBody>
          <a:bodyPr anchorCtr="0" anchor="ctr" bIns="0" lIns="0" spcFirstLastPara="1" rIns="0" wrap="square" tIns="0">
            <a:noAutofit/>
          </a:bodyPr>
          <a:lstStyle/>
          <a:p>
            <a:pPr indent="0" lvl="0" marL="0" marR="0" rtl="0" algn="l">
              <a:spcBef>
                <a:spcPts val="0"/>
              </a:spcBef>
              <a:spcAft>
                <a:spcPts val="0"/>
              </a:spcAft>
              <a:buNone/>
            </a:pPr>
            <a:r>
              <a:rPr b="1" i="0" lang="en-IN" sz="1100" u="none" cap="none" strike="noStrike">
                <a:solidFill>
                  <a:srgbClr val="AEABAB"/>
                </a:solidFill>
                <a:latin typeface="Calibri"/>
                <a:ea typeface="Calibri"/>
                <a:cs typeface="Calibri"/>
                <a:sym typeface="Calibri"/>
              </a:rPr>
              <a:t>CONFIDENTIAL</a:t>
            </a:r>
            <a:r>
              <a:rPr b="0" i="0" lang="en-IN" sz="1100" u="none" cap="none" strike="noStrike">
                <a:solidFill>
                  <a:srgbClr val="AEABAB"/>
                </a:solidFill>
                <a:latin typeface="Calibri"/>
                <a:ea typeface="Calibri"/>
                <a:cs typeface="Calibri"/>
                <a:sym typeface="Calibri"/>
              </a:rPr>
              <a:t>: The information in this document belongs to Boston Institute of Analytics LLC. Any unauthorized sharing of this material is prohibited and subject to legal action under breach of IP and confidentiality clauses. </a:t>
            </a:r>
            <a:endParaRPr/>
          </a:p>
        </p:txBody>
      </p:sp>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github.com/ArKosana/kosana-capstone-mobile-hardening" TargetMode="External"/><Relationship Id="rId4" Type="http://schemas.openxmlformats.org/officeDocument/2006/relationships/hyperlink" Target="https://apktool.org/" TargetMode="External"/><Relationship Id="rId5" Type="http://schemas.openxmlformats.org/officeDocument/2006/relationships/hyperlink" Target="https://github.com/skylot/jadx" TargetMode="External"/><Relationship Id="rId6" Type="http://schemas.openxmlformats.org/officeDocument/2006/relationships/hyperlink" Target="https://frida.re/"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github.com/ArKosana/kosana-capstone-mobile-hardenin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p18"/>
          <p:cNvSpPr/>
          <p:nvPr/>
        </p:nvSpPr>
        <p:spPr>
          <a:xfrm>
            <a:off x="0" y="2887075"/>
            <a:ext cx="12030000" cy="8685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IN" sz="4900">
                <a:latin typeface="Calibri"/>
                <a:ea typeface="Calibri"/>
                <a:cs typeface="Calibri"/>
                <a:sym typeface="Calibri"/>
              </a:rPr>
              <a:t>Automated Mobile App Hardening Evidence-driven Pentest</a:t>
            </a:r>
            <a:endParaRPr b="1" sz="1900">
              <a:latin typeface="Calibri"/>
              <a:ea typeface="Calibri"/>
              <a:cs typeface="Calibri"/>
              <a:sym typeface="Calibri"/>
            </a:endParaRPr>
          </a:p>
        </p:txBody>
      </p:sp>
      <p:sp>
        <p:nvSpPr>
          <p:cNvPr id="83" name="Google Shape;83;p18"/>
          <p:cNvSpPr txBox="1"/>
          <p:nvPr/>
        </p:nvSpPr>
        <p:spPr>
          <a:xfrm>
            <a:off x="7607400" y="5524950"/>
            <a:ext cx="4422600" cy="523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lang="en-IN" sz="2800">
                <a:latin typeface="Calibri"/>
                <a:ea typeface="Calibri"/>
                <a:cs typeface="Calibri"/>
                <a:sym typeface="Calibri"/>
              </a:rPr>
              <a:t>KOSANA ANKAMMA RAO</a:t>
            </a:r>
            <a:endParaRPr sz="2800">
              <a:latin typeface="Calibri"/>
              <a:ea typeface="Calibri"/>
              <a:cs typeface="Calibri"/>
              <a:sym typeface="Calibri"/>
            </a:endParaRPr>
          </a:p>
        </p:txBody>
      </p:sp>
      <p:sp>
        <p:nvSpPr>
          <p:cNvPr id="84" name="Google Shape;84;p18"/>
          <p:cNvSpPr txBox="1"/>
          <p:nvPr/>
        </p:nvSpPr>
        <p:spPr>
          <a:xfrm>
            <a:off x="3431875" y="1615275"/>
            <a:ext cx="88146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sz="2800">
              <a:solidFill>
                <a:srgbClr val="171616"/>
              </a:solidFill>
              <a:latin typeface="Calibri"/>
              <a:ea typeface="Calibri"/>
              <a:cs typeface="Calibri"/>
              <a:sym typeface="Calibri"/>
            </a:endParaRPr>
          </a:p>
        </p:txBody>
      </p:sp>
      <p:sp>
        <p:nvSpPr>
          <p:cNvPr id="85" name="Google Shape;85;p18"/>
          <p:cNvSpPr txBox="1"/>
          <p:nvPr/>
        </p:nvSpPr>
        <p:spPr>
          <a:xfrm>
            <a:off x="2049475" y="4111225"/>
            <a:ext cx="9144000" cy="615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IN" sz="2800">
                <a:solidFill>
                  <a:srgbClr val="171616"/>
                </a:solidFill>
                <a:latin typeface="Calibri"/>
                <a:ea typeface="Calibri"/>
                <a:cs typeface="Calibri"/>
                <a:sym typeface="Calibri"/>
              </a:rPr>
              <a:t>From vulnerability detection to automated remediation</a:t>
            </a:r>
            <a:endParaRPr sz="2800">
              <a:solidFill>
                <a:srgbClr val="171616"/>
              </a:solidFill>
              <a:latin typeface="Calibri"/>
              <a:ea typeface="Calibri"/>
              <a:cs typeface="Calibri"/>
              <a:sym typeface="Calibri"/>
            </a:endParaRPr>
          </a:p>
        </p:txBody>
      </p:sp>
      <p:sp>
        <p:nvSpPr>
          <p:cNvPr id="86" name="Google Shape;86;p18"/>
          <p:cNvSpPr txBox="1"/>
          <p:nvPr/>
        </p:nvSpPr>
        <p:spPr>
          <a:xfrm>
            <a:off x="7810975" y="5931500"/>
            <a:ext cx="3382500" cy="34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IN" sz="2800">
                <a:solidFill>
                  <a:srgbClr val="171616"/>
                </a:solidFill>
                <a:latin typeface="Calibri"/>
                <a:ea typeface="Calibri"/>
                <a:cs typeface="Calibri"/>
                <a:sym typeface="Calibri"/>
              </a:rPr>
              <a:t>kosana.ar@gmail.com</a:t>
            </a:r>
            <a:endParaRPr sz="2800">
              <a:solidFill>
                <a:srgbClr val="171616"/>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19"/>
          <p:cNvSpPr txBox="1"/>
          <p:nvPr>
            <p:ph type="title"/>
          </p:nvPr>
        </p:nvSpPr>
        <p:spPr>
          <a:xfrm>
            <a:off x="678884" y="230441"/>
            <a:ext cx="10834200" cy="612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Clr>
                <a:schemeClr val="dk1"/>
              </a:buClr>
              <a:buSzPts val="3400"/>
              <a:buFont typeface="Calibri"/>
              <a:buNone/>
            </a:pPr>
            <a:r>
              <a:rPr lang="en-IN"/>
              <a:t>Abstract:</a:t>
            </a:r>
            <a:endParaRPr/>
          </a:p>
        </p:txBody>
      </p:sp>
      <p:sp>
        <p:nvSpPr>
          <p:cNvPr id="92" name="Google Shape;92;p19"/>
          <p:cNvSpPr txBox="1"/>
          <p:nvPr>
            <p:ph idx="1" type="body"/>
          </p:nvPr>
        </p:nvSpPr>
        <p:spPr>
          <a:xfrm>
            <a:off x="1145900" y="1006500"/>
            <a:ext cx="10502400" cy="5147700"/>
          </a:xfrm>
          <a:prstGeom prst="rect">
            <a:avLst/>
          </a:prstGeom>
          <a:noFill/>
          <a:ln>
            <a:noFill/>
          </a:ln>
        </p:spPr>
        <p:txBody>
          <a:bodyPr anchorCtr="0" anchor="t" bIns="45700" lIns="91425" spcFirstLastPara="1" rIns="91425" wrap="square" tIns="45700">
            <a:normAutofit fontScale="92500"/>
          </a:bodyPr>
          <a:lstStyle/>
          <a:p>
            <a:pPr indent="-387191" lvl="0" marL="457200" rtl="0" algn="l">
              <a:lnSpc>
                <a:spcPct val="150000"/>
              </a:lnSpc>
              <a:spcBef>
                <a:spcPts val="1000"/>
              </a:spcBef>
              <a:spcAft>
                <a:spcPts val="0"/>
              </a:spcAft>
              <a:buSzPct val="100000"/>
              <a:buChar char="•"/>
            </a:pPr>
            <a:r>
              <a:rPr lang="en-IN" sz="2700"/>
              <a:t>Performing security assessment on Android mobile application InsecureBankv2</a:t>
            </a:r>
            <a:endParaRPr sz="2700"/>
          </a:p>
          <a:p>
            <a:pPr indent="-387191" lvl="0" marL="457200" rtl="0" algn="l">
              <a:lnSpc>
                <a:spcPct val="150000"/>
              </a:lnSpc>
              <a:spcBef>
                <a:spcPts val="0"/>
              </a:spcBef>
              <a:spcAft>
                <a:spcPts val="0"/>
              </a:spcAft>
              <a:buSzPct val="100000"/>
              <a:buChar char="•"/>
            </a:pPr>
            <a:r>
              <a:rPr lang="en-IN" sz="2700"/>
              <a:t>Identifying vulnerable components, insecure configurations, and data exposure risks</a:t>
            </a:r>
            <a:endParaRPr sz="2700"/>
          </a:p>
          <a:p>
            <a:pPr indent="-387191" lvl="0" marL="457200" rtl="0" algn="l">
              <a:lnSpc>
                <a:spcPct val="150000"/>
              </a:lnSpc>
              <a:spcBef>
                <a:spcPts val="0"/>
              </a:spcBef>
              <a:spcAft>
                <a:spcPts val="0"/>
              </a:spcAft>
              <a:buSzPct val="100000"/>
              <a:buChar char="•"/>
            </a:pPr>
            <a:r>
              <a:rPr lang="en-IN" sz="2700"/>
              <a:t>Demonstrating proof-of-concept exploits for critical vulnerabilities</a:t>
            </a:r>
            <a:endParaRPr sz="2700"/>
          </a:p>
          <a:p>
            <a:pPr indent="-387191" lvl="0" marL="457200" rtl="0" algn="l">
              <a:lnSpc>
                <a:spcPct val="150000"/>
              </a:lnSpc>
              <a:spcBef>
                <a:spcPts val="0"/>
              </a:spcBef>
              <a:spcAft>
                <a:spcPts val="0"/>
              </a:spcAft>
              <a:buSzPct val="100000"/>
              <a:buChar char="•"/>
            </a:pPr>
            <a:r>
              <a:rPr lang="en-IN" sz="2700"/>
              <a:t>Implementing automated hardening and verifying remediation effectiveness</a:t>
            </a:r>
            <a:endParaRPr sz="2700"/>
          </a:p>
          <a:p>
            <a:pPr indent="-387191" lvl="0" marL="457200" rtl="0" algn="l">
              <a:lnSpc>
                <a:spcPct val="150000"/>
              </a:lnSpc>
              <a:spcBef>
                <a:spcPts val="0"/>
              </a:spcBef>
              <a:spcAft>
                <a:spcPts val="0"/>
              </a:spcAft>
              <a:buSzPct val="100000"/>
              <a:buChar char="•"/>
            </a:pPr>
            <a:r>
              <a:rPr lang="en-IN" sz="2700"/>
              <a:t>The purpose is to build a reproducible pipeline that finds mobile app vulnerabilities, demonstrates exploits, applies fixes, and produces auditor-ready evidence</a:t>
            </a:r>
            <a:endParaRPr sz="27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20"/>
          <p:cNvSpPr txBox="1"/>
          <p:nvPr>
            <p:ph type="title"/>
          </p:nvPr>
        </p:nvSpPr>
        <p:spPr>
          <a:xfrm>
            <a:off x="678909" y="277066"/>
            <a:ext cx="10834200" cy="612900"/>
          </a:xfrm>
          <a:prstGeom prst="rect">
            <a:avLst/>
          </a:prstGeom>
        </p:spPr>
        <p:txBody>
          <a:bodyPr anchorCtr="0" anchor="ctr" bIns="0" lIns="0" spcFirstLastPara="1" rIns="0" wrap="square" tIns="0">
            <a:normAutofit/>
          </a:bodyPr>
          <a:lstStyle/>
          <a:p>
            <a:pPr indent="0" lvl="0" marL="0" rtl="0" algn="l">
              <a:spcBef>
                <a:spcPts val="1000"/>
              </a:spcBef>
              <a:spcAft>
                <a:spcPts val="0"/>
              </a:spcAft>
              <a:buNone/>
            </a:pPr>
            <a:r>
              <a:rPr lang="en-IN"/>
              <a:t>Application Details:</a:t>
            </a:r>
            <a:endParaRPr sz="4100"/>
          </a:p>
        </p:txBody>
      </p:sp>
      <p:sp>
        <p:nvSpPr>
          <p:cNvPr id="99" name="Google Shape;99;p20"/>
          <p:cNvSpPr txBox="1"/>
          <p:nvPr>
            <p:ph idx="1" type="body"/>
          </p:nvPr>
        </p:nvSpPr>
        <p:spPr>
          <a:xfrm>
            <a:off x="678900" y="1115225"/>
            <a:ext cx="11518500" cy="4932000"/>
          </a:xfrm>
          <a:prstGeom prst="rect">
            <a:avLst/>
          </a:prstGeom>
        </p:spPr>
        <p:txBody>
          <a:bodyPr anchorCtr="0" anchor="t" bIns="45700" lIns="91425" spcFirstLastPara="1" rIns="91425" wrap="square" tIns="45700">
            <a:normAutofit fontScale="85000"/>
          </a:bodyPr>
          <a:lstStyle/>
          <a:p>
            <a:pPr indent="-379730" lvl="0" marL="457200" rtl="0" algn="l">
              <a:lnSpc>
                <a:spcPct val="150000"/>
              </a:lnSpc>
              <a:spcBef>
                <a:spcPts val="1000"/>
              </a:spcBef>
              <a:spcAft>
                <a:spcPts val="0"/>
              </a:spcAft>
              <a:buSzPct val="100000"/>
              <a:buChar char="•"/>
            </a:pPr>
            <a:r>
              <a:rPr b="1" lang="en-IN"/>
              <a:t>Application Name</a:t>
            </a:r>
            <a:r>
              <a:rPr lang="en-IN"/>
              <a:t>: InsecureBankv2 (Intentionally Vulnerable Android App)</a:t>
            </a:r>
            <a:endParaRPr/>
          </a:p>
          <a:p>
            <a:pPr indent="-379730" lvl="0" marL="457200" rtl="0" algn="l">
              <a:lnSpc>
                <a:spcPct val="150000"/>
              </a:lnSpc>
              <a:spcBef>
                <a:spcPts val="0"/>
              </a:spcBef>
              <a:spcAft>
                <a:spcPts val="0"/>
              </a:spcAft>
              <a:buSzPct val="100000"/>
              <a:buChar char="•"/>
            </a:pPr>
            <a:r>
              <a:rPr b="1" lang="en-IN"/>
              <a:t>Category:</a:t>
            </a:r>
            <a:r>
              <a:rPr lang="en-IN"/>
              <a:t> Banking &amp; Finance (Demo)</a:t>
            </a:r>
            <a:endParaRPr/>
          </a:p>
          <a:p>
            <a:pPr indent="-379730" lvl="0" marL="457200" rtl="0" algn="l">
              <a:lnSpc>
                <a:spcPct val="150000"/>
              </a:lnSpc>
              <a:spcBef>
                <a:spcPts val="0"/>
              </a:spcBef>
              <a:spcAft>
                <a:spcPts val="0"/>
              </a:spcAft>
              <a:buSzPct val="100000"/>
              <a:buChar char="•"/>
            </a:pPr>
            <a:r>
              <a:rPr b="1" lang="en-IN"/>
              <a:t>Package Name:</a:t>
            </a:r>
            <a:r>
              <a:rPr lang="en-IN"/>
              <a:t> com.android.insecurebankv2</a:t>
            </a:r>
            <a:endParaRPr/>
          </a:p>
          <a:p>
            <a:pPr indent="-379730" lvl="0" marL="457200" rtl="0" algn="l">
              <a:lnSpc>
                <a:spcPct val="150000"/>
              </a:lnSpc>
              <a:spcBef>
                <a:spcPts val="0"/>
              </a:spcBef>
              <a:spcAft>
                <a:spcPts val="0"/>
              </a:spcAft>
              <a:buSzPct val="100000"/>
              <a:buChar char="•"/>
            </a:pPr>
            <a:r>
              <a:rPr b="1" lang="en-IN"/>
              <a:t>Popularity:</a:t>
            </a:r>
            <a:r>
              <a:rPr lang="en-IN"/>
              <a:t> Widely used in cybersecurity training for mobile app security testing. Provides realistic banking environment with intentional vulnerabilities for educational purposes including insecure data storage, exported components, and authentication flaws.</a:t>
            </a:r>
            <a:endParaRPr/>
          </a:p>
          <a:p>
            <a:pPr indent="-379730" lvl="0" marL="457200" rtl="0" algn="l">
              <a:lnSpc>
                <a:spcPct val="150000"/>
              </a:lnSpc>
              <a:spcBef>
                <a:spcPts val="0"/>
              </a:spcBef>
              <a:spcAft>
                <a:spcPts val="0"/>
              </a:spcAft>
              <a:buSzPct val="100000"/>
              <a:buChar char="•"/>
            </a:pPr>
            <a:r>
              <a:rPr b="1" lang="en-IN"/>
              <a:t>Usage:</a:t>
            </a:r>
            <a:r>
              <a:rPr lang="en-IN"/>
              <a:t> Safe environment for practicing mobile app penetration testing, understanding Android security mechanisms, and learning secure coding practices.</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p21"/>
          <p:cNvSpPr txBox="1"/>
          <p:nvPr>
            <p:ph type="title"/>
          </p:nvPr>
        </p:nvSpPr>
        <p:spPr>
          <a:xfrm>
            <a:off x="678884" y="603666"/>
            <a:ext cx="10834200" cy="612900"/>
          </a:xfrm>
          <a:prstGeom prst="rect">
            <a:avLst/>
          </a:prstGeom>
        </p:spPr>
        <p:txBody>
          <a:bodyPr anchorCtr="0" anchor="ctr" bIns="0" lIns="0" spcFirstLastPara="1" rIns="0" wrap="square" tIns="0">
            <a:normAutofit/>
          </a:bodyPr>
          <a:lstStyle/>
          <a:p>
            <a:pPr indent="0" lvl="0" marL="0" rtl="0" algn="l">
              <a:spcBef>
                <a:spcPts val="0"/>
              </a:spcBef>
              <a:spcAft>
                <a:spcPts val="0"/>
              </a:spcAft>
              <a:buNone/>
            </a:pPr>
            <a:r>
              <a:rPr lang="en-IN"/>
              <a:t>Project Objective:</a:t>
            </a:r>
            <a:endParaRPr/>
          </a:p>
        </p:txBody>
      </p:sp>
      <p:sp>
        <p:nvSpPr>
          <p:cNvPr id="106" name="Google Shape;106;p21"/>
          <p:cNvSpPr txBox="1"/>
          <p:nvPr>
            <p:ph idx="1" type="body"/>
          </p:nvPr>
        </p:nvSpPr>
        <p:spPr>
          <a:xfrm>
            <a:off x="678884" y="1465150"/>
            <a:ext cx="10834200" cy="4398000"/>
          </a:xfrm>
          <a:prstGeom prst="rect">
            <a:avLst/>
          </a:prstGeom>
        </p:spPr>
        <p:txBody>
          <a:bodyPr anchorCtr="0" anchor="t" bIns="45700" lIns="91425" spcFirstLastPara="1" rIns="91425" wrap="square" tIns="45700">
            <a:normAutofit lnSpcReduction="10000"/>
          </a:bodyPr>
          <a:lstStyle/>
          <a:p>
            <a:pPr indent="-406400" lvl="0" marL="457200" rtl="0" algn="l">
              <a:lnSpc>
                <a:spcPct val="150000"/>
              </a:lnSpc>
              <a:spcBef>
                <a:spcPts val="1000"/>
              </a:spcBef>
              <a:spcAft>
                <a:spcPts val="0"/>
              </a:spcAft>
              <a:buSzPts val="2800"/>
              <a:buChar char="•"/>
            </a:pPr>
            <a:r>
              <a:rPr b="1" lang="en-IN"/>
              <a:t>Primary Goal:</a:t>
            </a:r>
            <a:r>
              <a:rPr lang="en-IN"/>
              <a:t> Scan an Android APK to identify security vulnerabilities, demonstrate exploits, apply automated hardening, and verify remediation.</a:t>
            </a:r>
            <a:endParaRPr/>
          </a:p>
          <a:p>
            <a:pPr indent="0" lvl="0" marL="0" rtl="0" algn="l">
              <a:lnSpc>
                <a:spcPct val="150000"/>
              </a:lnSpc>
              <a:spcBef>
                <a:spcPts val="1000"/>
              </a:spcBef>
              <a:spcAft>
                <a:spcPts val="0"/>
              </a:spcAft>
              <a:buNone/>
            </a:pPr>
            <a:r>
              <a:rPr lang="en-IN"/>
              <a:t>  </a:t>
            </a:r>
            <a:r>
              <a:rPr b="1" lang="en-IN"/>
              <a:t>T</a:t>
            </a:r>
            <a:r>
              <a:rPr b="1" lang="en-IN"/>
              <a:t>echnology Stack Used</a:t>
            </a:r>
            <a:r>
              <a:rPr b="1" lang="en-IN"/>
              <a:t>:</a:t>
            </a:r>
            <a:endParaRPr b="1"/>
          </a:p>
          <a:p>
            <a:pPr indent="-406400" lvl="0" marL="457200" rtl="0" algn="l">
              <a:lnSpc>
                <a:spcPct val="150000"/>
              </a:lnSpc>
              <a:spcBef>
                <a:spcPts val="1000"/>
              </a:spcBef>
              <a:spcAft>
                <a:spcPts val="0"/>
              </a:spcAft>
              <a:buSzPts val="2800"/>
              <a:buChar char="•"/>
            </a:pPr>
            <a:r>
              <a:rPr lang="en-IN"/>
              <a:t>Android App: InsecureBankv2 APK</a:t>
            </a:r>
            <a:endParaRPr/>
          </a:p>
          <a:p>
            <a:pPr indent="-406400" lvl="0" marL="457200" rtl="0" algn="l">
              <a:lnSpc>
                <a:spcPct val="150000"/>
              </a:lnSpc>
              <a:spcBef>
                <a:spcPts val="0"/>
              </a:spcBef>
              <a:spcAft>
                <a:spcPts val="0"/>
              </a:spcAft>
              <a:buSzPts val="2800"/>
              <a:buChar char="•"/>
            </a:pPr>
            <a:r>
              <a:rPr lang="en-IN"/>
              <a:t>Testing Platform: Kali Linux</a:t>
            </a:r>
            <a:endParaRPr/>
          </a:p>
          <a:p>
            <a:pPr indent="-406400" lvl="0" marL="457200" rtl="0" algn="l">
              <a:lnSpc>
                <a:spcPct val="150000"/>
              </a:lnSpc>
              <a:spcBef>
                <a:spcPts val="0"/>
              </a:spcBef>
              <a:spcAft>
                <a:spcPts val="0"/>
              </a:spcAft>
              <a:buSzPts val="2800"/>
              <a:buChar char="•"/>
            </a:pPr>
            <a:r>
              <a:rPr lang="en-IN"/>
              <a:t>Device: Android physical device/emulator</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p22"/>
          <p:cNvSpPr txBox="1"/>
          <p:nvPr>
            <p:ph type="title"/>
          </p:nvPr>
        </p:nvSpPr>
        <p:spPr>
          <a:xfrm>
            <a:off x="678909" y="720291"/>
            <a:ext cx="10834200" cy="612900"/>
          </a:xfrm>
          <a:prstGeom prst="rect">
            <a:avLst/>
          </a:prstGeom>
        </p:spPr>
        <p:txBody>
          <a:bodyPr anchorCtr="0" anchor="ctr" bIns="0" lIns="0" spcFirstLastPara="1" rIns="0" wrap="square" tIns="0">
            <a:normAutofit/>
          </a:bodyPr>
          <a:lstStyle/>
          <a:p>
            <a:pPr indent="0" lvl="0" marL="0" rtl="0" algn="l">
              <a:spcBef>
                <a:spcPts val="0"/>
              </a:spcBef>
              <a:spcAft>
                <a:spcPts val="0"/>
              </a:spcAft>
              <a:buNone/>
            </a:pPr>
            <a:r>
              <a:rPr lang="en-IN"/>
              <a:t>Tools &amp; Technologies</a:t>
            </a:r>
            <a:r>
              <a:rPr lang="en-IN"/>
              <a:t>:</a:t>
            </a:r>
            <a:endParaRPr/>
          </a:p>
        </p:txBody>
      </p:sp>
      <p:sp>
        <p:nvSpPr>
          <p:cNvPr id="113" name="Google Shape;113;p22"/>
          <p:cNvSpPr txBox="1"/>
          <p:nvPr>
            <p:ph idx="1" type="body"/>
          </p:nvPr>
        </p:nvSpPr>
        <p:spPr>
          <a:xfrm>
            <a:off x="678909" y="1486600"/>
            <a:ext cx="10834200" cy="4398000"/>
          </a:xfrm>
          <a:prstGeom prst="rect">
            <a:avLst/>
          </a:prstGeom>
        </p:spPr>
        <p:txBody>
          <a:bodyPr anchorCtr="0" anchor="t" bIns="45700" lIns="91425" spcFirstLastPara="1" rIns="91425" wrap="square" tIns="45700">
            <a:noAutofit/>
          </a:bodyPr>
          <a:lstStyle/>
          <a:p>
            <a:pPr indent="0" lvl="0" marL="0" rtl="0" algn="l">
              <a:lnSpc>
                <a:spcPct val="150000"/>
              </a:lnSpc>
              <a:spcBef>
                <a:spcPts val="1200"/>
              </a:spcBef>
              <a:spcAft>
                <a:spcPts val="0"/>
              </a:spcAft>
              <a:buNone/>
            </a:pPr>
            <a:r>
              <a:rPr lang="en-IN" sz="2500">
                <a:solidFill>
                  <a:srgbClr val="000000"/>
                </a:solidFill>
                <a:latin typeface="Roboto"/>
                <a:ea typeface="Roboto"/>
                <a:cs typeface="Roboto"/>
                <a:sym typeface="Roboto"/>
              </a:rPr>
              <a:t>Static Analysis:</a:t>
            </a:r>
            <a:endParaRPr sz="2500">
              <a:solidFill>
                <a:srgbClr val="000000"/>
              </a:solidFill>
              <a:latin typeface="Roboto"/>
              <a:ea typeface="Roboto"/>
              <a:cs typeface="Roboto"/>
              <a:sym typeface="Roboto"/>
            </a:endParaRPr>
          </a:p>
          <a:p>
            <a:pPr indent="-387350" lvl="0" marL="457200" rtl="0" algn="l">
              <a:lnSpc>
                <a:spcPct val="150000"/>
              </a:lnSpc>
              <a:spcBef>
                <a:spcPts val="1200"/>
              </a:spcBef>
              <a:spcAft>
                <a:spcPts val="0"/>
              </a:spcAft>
              <a:buClr>
                <a:srgbClr val="000000"/>
              </a:buClr>
              <a:buSzPts val="2500"/>
              <a:buFont typeface="Roboto"/>
              <a:buChar char="●"/>
            </a:pPr>
            <a:r>
              <a:rPr lang="en-IN" sz="2500">
                <a:solidFill>
                  <a:srgbClr val="000000"/>
                </a:solidFill>
                <a:latin typeface="Roboto"/>
                <a:ea typeface="Roboto"/>
                <a:cs typeface="Roboto"/>
                <a:sym typeface="Roboto"/>
              </a:rPr>
              <a:t>Apktool - APK decompilation and rebuilding</a:t>
            </a:r>
            <a:endParaRPr sz="2500">
              <a:solidFill>
                <a:srgbClr val="000000"/>
              </a:solidFill>
              <a:latin typeface="Roboto"/>
              <a:ea typeface="Roboto"/>
              <a:cs typeface="Roboto"/>
              <a:sym typeface="Roboto"/>
            </a:endParaRPr>
          </a:p>
          <a:p>
            <a:pPr indent="-387350" lvl="0" marL="457200" rtl="0" algn="l">
              <a:lnSpc>
                <a:spcPct val="150000"/>
              </a:lnSpc>
              <a:spcBef>
                <a:spcPts val="0"/>
              </a:spcBef>
              <a:spcAft>
                <a:spcPts val="0"/>
              </a:spcAft>
              <a:buClr>
                <a:srgbClr val="000000"/>
              </a:buClr>
              <a:buSzPts val="2500"/>
              <a:buFont typeface="Roboto"/>
              <a:buChar char="●"/>
            </a:pPr>
            <a:r>
              <a:rPr lang="en-IN" sz="2500">
                <a:solidFill>
                  <a:srgbClr val="000000"/>
                </a:solidFill>
                <a:latin typeface="Roboto"/>
                <a:ea typeface="Roboto"/>
                <a:cs typeface="Roboto"/>
                <a:sym typeface="Roboto"/>
              </a:rPr>
              <a:t>JADX - Java source code analysis</a:t>
            </a:r>
            <a:endParaRPr sz="2500">
              <a:solidFill>
                <a:srgbClr val="000000"/>
              </a:solidFill>
              <a:latin typeface="Roboto"/>
              <a:ea typeface="Roboto"/>
              <a:cs typeface="Roboto"/>
              <a:sym typeface="Roboto"/>
            </a:endParaRPr>
          </a:p>
          <a:p>
            <a:pPr indent="-387350" lvl="0" marL="457200" rtl="0" algn="l">
              <a:lnSpc>
                <a:spcPct val="150000"/>
              </a:lnSpc>
              <a:spcBef>
                <a:spcPts val="0"/>
              </a:spcBef>
              <a:spcAft>
                <a:spcPts val="0"/>
              </a:spcAft>
              <a:buClr>
                <a:srgbClr val="000000"/>
              </a:buClr>
              <a:buSzPts val="2500"/>
              <a:buFont typeface="Roboto"/>
              <a:buChar char="●"/>
            </a:pPr>
            <a:r>
              <a:rPr lang="en-IN" sz="2500">
                <a:solidFill>
                  <a:srgbClr val="000000"/>
                </a:solidFill>
                <a:latin typeface="Roboto"/>
                <a:ea typeface="Roboto"/>
                <a:cs typeface="Roboto"/>
                <a:sym typeface="Roboto"/>
              </a:rPr>
              <a:t>Static Scan Script - Custom automation for vulnerability detection</a:t>
            </a:r>
            <a:endParaRPr sz="2500">
              <a:solidFill>
                <a:srgbClr val="000000"/>
              </a:solidFill>
              <a:latin typeface="Roboto"/>
              <a:ea typeface="Roboto"/>
              <a:cs typeface="Roboto"/>
              <a:sym typeface="Roboto"/>
            </a:endParaRPr>
          </a:p>
          <a:p>
            <a:pPr indent="0" lvl="0" marL="0" rtl="0" algn="l">
              <a:lnSpc>
                <a:spcPct val="150000"/>
              </a:lnSpc>
              <a:spcBef>
                <a:spcPts val="1200"/>
              </a:spcBef>
              <a:spcAft>
                <a:spcPts val="0"/>
              </a:spcAft>
              <a:buNone/>
            </a:pPr>
            <a:r>
              <a:rPr lang="en-IN" sz="2500">
                <a:solidFill>
                  <a:srgbClr val="000000"/>
                </a:solidFill>
                <a:latin typeface="Roboto"/>
                <a:ea typeface="Roboto"/>
                <a:cs typeface="Roboto"/>
                <a:sym typeface="Roboto"/>
              </a:rPr>
              <a:t>Dynamic Analysis:</a:t>
            </a:r>
            <a:endParaRPr sz="2500">
              <a:solidFill>
                <a:srgbClr val="000000"/>
              </a:solidFill>
              <a:latin typeface="Roboto"/>
              <a:ea typeface="Roboto"/>
              <a:cs typeface="Roboto"/>
              <a:sym typeface="Roboto"/>
            </a:endParaRPr>
          </a:p>
          <a:p>
            <a:pPr indent="-387350" lvl="0" marL="457200" rtl="0" algn="l">
              <a:lnSpc>
                <a:spcPct val="150000"/>
              </a:lnSpc>
              <a:spcBef>
                <a:spcPts val="1200"/>
              </a:spcBef>
              <a:spcAft>
                <a:spcPts val="0"/>
              </a:spcAft>
              <a:buClr>
                <a:srgbClr val="000000"/>
              </a:buClr>
              <a:buSzPts val="2500"/>
              <a:buFont typeface="Roboto"/>
              <a:buChar char="●"/>
            </a:pPr>
            <a:r>
              <a:rPr lang="en-IN" sz="2500">
                <a:solidFill>
                  <a:srgbClr val="000000"/>
                </a:solidFill>
                <a:latin typeface="Roboto"/>
                <a:ea typeface="Roboto"/>
                <a:cs typeface="Roboto"/>
                <a:sym typeface="Roboto"/>
              </a:rPr>
              <a:t>Frida - Runtime instrumentation and hooking</a:t>
            </a:r>
            <a:endParaRPr sz="2500">
              <a:solidFill>
                <a:srgbClr val="000000"/>
              </a:solidFill>
              <a:latin typeface="Roboto"/>
              <a:ea typeface="Roboto"/>
              <a:cs typeface="Roboto"/>
              <a:sym typeface="Roboto"/>
            </a:endParaRPr>
          </a:p>
          <a:p>
            <a:pPr indent="-387350" lvl="0" marL="457200" rtl="0" algn="l">
              <a:lnSpc>
                <a:spcPct val="150000"/>
              </a:lnSpc>
              <a:spcBef>
                <a:spcPts val="0"/>
              </a:spcBef>
              <a:spcAft>
                <a:spcPts val="0"/>
              </a:spcAft>
              <a:buClr>
                <a:srgbClr val="000000"/>
              </a:buClr>
              <a:buSzPts val="2500"/>
              <a:buFont typeface="Roboto"/>
              <a:buChar char="●"/>
            </a:pPr>
            <a:r>
              <a:rPr lang="en-IN" sz="2500">
                <a:solidFill>
                  <a:srgbClr val="000000"/>
                </a:solidFill>
                <a:latin typeface="Roboto"/>
                <a:ea typeface="Roboto"/>
                <a:cs typeface="Roboto"/>
                <a:sym typeface="Roboto"/>
              </a:rPr>
              <a:t>ADB - Android Debug Bridge for device communication</a:t>
            </a:r>
            <a:endParaRPr sz="2500">
              <a:solidFill>
                <a:srgbClr val="000000"/>
              </a:solidFill>
              <a:latin typeface="Roboto"/>
              <a:ea typeface="Roboto"/>
              <a:cs typeface="Roboto"/>
              <a:sym typeface="Roboto"/>
            </a:endParaRPr>
          </a:p>
          <a:p>
            <a:pPr indent="0" lvl="0" marL="0" rtl="0" algn="l">
              <a:lnSpc>
                <a:spcPct val="150000"/>
              </a:lnSpc>
              <a:spcBef>
                <a:spcPts val="1200"/>
              </a:spcBef>
              <a:spcAft>
                <a:spcPts val="0"/>
              </a:spcAft>
              <a:buNone/>
            </a:pPr>
            <a:r>
              <a:t/>
            </a:r>
            <a:endParaRPr sz="36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pic>
        <p:nvPicPr>
          <p:cNvPr id="119" name="Google Shape;119;p23" title="tools_architecture.png"/>
          <p:cNvPicPr preferRelativeResize="0"/>
          <p:nvPr/>
        </p:nvPicPr>
        <p:blipFill rotWithShape="1">
          <a:blip r:embed="rId3">
            <a:alphaModFix/>
          </a:blip>
          <a:srcRect b="0" l="0" r="22958" t="0"/>
          <a:stretch/>
        </p:blipFill>
        <p:spPr>
          <a:xfrm>
            <a:off x="808050" y="857275"/>
            <a:ext cx="10575898" cy="4350349"/>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24"/>
          <p:cNvSpPr txBox="1"/>
          <p:nvPr>
            <p:ph idx="1" type="body"/>
          </p:nvPr>
        </p:nvSpPr>
        <p:spPr>
          <a:xfrm>
            <a:off x="678909" y="1230000"/>
            <a:ext cx="10834200" cy="4398000"/>
          </a:xfrm>
          <a:prstGeom prst="rect">
            <a:avLst/>
          </a:prstGeom>
        </p:spPr>
        <p:txBody>
          <a:bodyPr anchorCtr="0" anchor="t" bIns="45700" lIns="91425" spcFirstLastPara="1" rIns="91425" wrap="square" tIns="45700">
            <a:normAutofit fontScale="85000" lnSpcReduction="20000"/>
          </a:bodyPr>
          <a:lstStyle/>
          <a:p>
            <a:pPr indent="0" lvl="0" marL="0" rtl="0" algn="l">
              <a:lnSpc>
                <a:spcPct val="150000"/>
              </a:lnSpc>
              <a:spcBef>
                <a:spcPts val="1200"/>
              </a:spcBef>
              <a:spcAft>
                <a:spcPts val="0"/>
              </a:spcAft>
              <a:buNone/>
            </a:pPr>
            <a:r>
              <a:rPr lang="en-IN" sz="2700">
                <a:solidFill>
                  <a:srgbClr val="000000"/>
                </a:solidFill>
                <a:latin typeface="Roboto"/>
                <a:ea typeface="Roboto"/>
                <a:cs typeface="Roboto"/>
                <a:sym typeface="Roboto"/>
              </a:rPr>
              <a:t>Security Testing:</a:t>
            </a:r>
            <a:endParaRPr sz="2700">
              <a:solidFill>
                <a:srgbClr val="000000"/>
              </a:solidFill>
              <a:latin typeface="Roboto"/>
              <a:ea typeface="Roboto"/>
              <a:cs typeface="Roboto"/>
              <a:sym typeface="Roboto"/>
            </a:endParaRPr>
          </a:p>
          <a:p>
            <a:pPr indent="-374332" lvl="0" marL="457200" rtl="0" algn="l">
              <a:lnSpc>
                <a:spcPct val="150000"/>
              </a:lnSpc>
              <a:spcBef>
                <a:spcPts val="1200"/>
              </a:spcBef>
              <a:spcAft>
                <a:spcPts val="0"/>
              </a:spcAft>
              <a:buClr>
                <a:srgbClr val="000000"/>
              </a:buClr>
              <a:buSzPct val="100000"/>
              <a:buFont typeface="Roboto"/>
              <a:buChar char="●"/>
            </a:pPr>
            <a:r>
              <a:rPr lang="en-IN" sz="2700">
                <a:solidFill>
                  <a:srgbClr val="000000"/>
                </a:solidFill>
                <a:latin typeface="Roboto"/>
                <a:ea typeface="Roboto"/>
                <a:cs typeface="Roboto"/>
                <a:sym typeface="Roboto"/>
              </a:rPr>
              <a:t>Custom Scripts - Automated vulnerability scanning and patching</a:t>
            </a:r>
            <a:endParaRPr sz="2700">
              <a:solidFill>
                <a:srgbClr val="000000"/>
              </a:solidFill>
              <a:latin typeface="Roboto"/>
              <a:ea typeface="Roboto"/>
              <a:cs typeface="Roboto"/>
              <a:sym typeface="Roboto"/>
            </a:endParaRPr>
          </a:p>
          <a:p>
            <a:pPr indent="-374332" lvl="0" marL="457200" rtl="0" algn="l">
              <a:lnSpc>
                <a:spcPct val="150000"/>
              </a:lnSpc>
              <a:spcBef>
                <a:spcPts val="0"/>
              </a:spcBef>
              <a:spcAft>
                <a:spcPts val="0"/>
              </a:spcAft>
              <a:buClr>
                <a:srgbClr val="000000"/>
              </a:buClr>
              <a:buSzPct val="100000"/>
              <a:buFont typeface="Roboto"/>
              <a:buChar char="●"/>
            </a:pPr>
            <a:r>
              <a:rPr lang="en-IN" sz="2700">
                <a:solidFill>
                  <a:srgbClr val="000000"/>
                </a:solidFill>
                <a:latin typeface="Roboto"/>
                <a:ea typeface="Roboto"/>
                <a:cs typeface="Roboto"/>
                <a:sym typeface="Roboto"/>
              </a:rPr>
              <a:t>Component Testing - Intent-based vulnerability verification</a:t>
            </a:r>
            <a:endParaRPr sz="2700">
              <a:solidFill>
                <a:srgbClr val="000000"/>
              </a:solidFill>
              <a:latin typeface="Roboto"/>
              <a:ea typeface="Roboto"/>
              <a:cs typeface="Roboto"/>
              <a:sym typeface="Roboto"/>
            </a:endParaRPr>
          </a:p>
          <a:p>
            <a:pPr indent="0" lvl="0" marL="0" rtl="0" algn="l">
              <a:lnSpc>
                <a:spcPct val="150000"/>
              </a:lnSpc>
              <a:spcBef>
                <a:spcPts val="1200"/>
              </a:spcBef>
              <a:spcAft>
                <a:spcPts val="0"/>
              </a:spcAft>
              <a:buNone/>
            </a:pPr>
            <a:r>
              <a:rPr lang="en-IN" sz="2700">
                <a:solidFill>
                  <a:srgbClr val="000000"/>
                </a:solidFill>
                <a:latin typeface="Roboto"/>
                <a:ea typeface="Roboto"/>
                <a:cs typeface="Roboto"/>
                <a:sym typeface="Roboto"/>
              </a:rPr>
              <a:t>Documentation:</a:t>
            </a:r>
            <a:endParaRPr sz="2700">
              <a:solidFill>
                <a:srgbClr val="000000"/>
              </a:solidFill>
              <a:latin typeface="Roboto"/>
              <a:ea typeface="Roboto"/>
              <a:cs typeface="Roboto"/>
              <a:sym typeface="Roboto"/>
            </a:endParaRPr>
          </a:p>
          <a:p>
            <a:pPr indent="-374332" lvl="0" marL="457200" rtl="0" algn="l">
              <a:lnSpc>
                <a:spcPct val="150000"/>
              </a:lnSpc>
              <a:spcBef>
                <a:spcPts val="1200"/>
              </a:spcBef>
              <a:spcAft>
                <a:spcPts val="0"/>
              </a:spcAft>
              <a:buClr>
                <a:srgbClr val="000000"/>
              </a:buClr>
              <a:buSzPct val="100000"/>
              <a:buFont typeface="Roboto"/>
              <a:buChar char="●"/>
            </a:pPr>
            <a:r>
              <a:rPr lang="en-IN" sz="2700">
                <a:solidFill>
                  <a:srgbClr val="000000"/>
                </a:solidFill>
                <a:latin typeface="Roboto"/>
                <a:ea typeface="Roboto"/>
                <a:cs typeface="Roboto"/>
                <a:sym typeface="Roboto"/>
              </a:rPr>
              <a:t>Google Slides - Presentation</a:t>
            </a:r>
            <a:endParaRPr sz="2700">
              <a:solidFill>
                <a:srgbClr val="000000"/>
              </a:solidFill>
              <a:latin typeface="Roboto"/>
              <a:ea typeface="Roboto"/>
              <a:cs typeface="Roboto"/>
              <a:sym typeface="Roboto"/>
            </a:endParaRPr>
          </a:p>
          <a:p>
            <a:pPr indent="-374332" lvl="0" marL="457200" rtl="0" algn="l">
              <a:lnSpc>
                <a:spcPct val="150000"/>
              </a:lnSpc>
              <a:spcBef>
                <a:spcPts val="0"/>
              </a:spcBef>
              <a:spcAft>
                <a:spcPts val="0"/>
              </a:spcAft>
              <a:buClr>
                <a:srgbClr val="000000"/>
              </a:buClr>
              <a:buSzPct val="100000"/>
              <a:buFont typeface="Roboto"/>
              <a:buChar char="●"/>
            </a:pPr>
            <a:r>
              <a:rPr lang="en-IN" sz="2700">
                <a:solidFill>
                  <a:srgbClr val="000000"/>
                </a:solidFill>
                <a:latin typeface="Roboto"/>
                <a:ea typeface="Roboto"/>
                <a:cs typeface="Roboto"/>
                <a:sym typeface="Roboto"/>
              </a:rPr>
              <a:t>GitHub - Code repository and documentation</a:t>
            </a:r>
            <a:endParaRPr sz="2700">
              <a:solidFill>
                <a:srgbClr val="000000"/>
              </a:solidFill>
              <a:latin typeface="Roboto"/>
              <a:ea typeface="Roboto"/>
              <a:cs typeface="Roboto"/>
              <a:sym typeface="Roboto"/>
            </a:endParaRPr>
          </a:p>
          <a:p>
            <a:pPr indent="-374332" lvl="0" marL="457200" rtl="0" algn="l">
              <a:lnSpc>
                <a:spcPct val="150000"/>
              </a:lnSpc>
              <a:spcBef>
                <a:spcPts val="0"/>
              </a:spcBef>
              <a:spcAft>
                <a:spcPts val="0"/>
              </a:spcAft>
              <a:buClr>
                <a:srgbClr val="000000"/>
              </a:buClr>
              <a:buSzPct val="100000"/>
              <a:buFont typeface="Roboto"/>
              <a:buChar char="●"/>
            </a:pPr>
            <a:r>
              <a:rPr lang="en-IN" sz="2700">
                <a:solidFill>
                  <a:srgbClr val="000000"/>
                </a:solidFill>
                <a:latin typeface="Roboto"/>
                <a:ea typeface="Roboto"/>
                <a:cs typeface="Roboto"/>
                <a:sym typeface="Roboto"/>
              </a:rPr>
              <a:t>FFmpeg - Demo recording</a:t>
            </a:r>
            <a:endParaRPr sz="2700">
              <a:solidFill>
                <a:srgbClr val="000000"/>
              </a:solidFill>
              <a:latin typeface="Roboto"/>
              <a:ea typeface="Roboto"/>
              <a:cs typeface="Roboto"/>
              <a:sym typeface="Roboto"/>
            </a:endParaRPr>
          </a:p>
          <a:p>
            <a:pPr indent="0" lvl="0" marL="0" rtl="0" algn="l">
              <a:lnSpc>
                <a:spcPct val="150000"/>
              </a:lnSpc>
              <a:spcBef>
                <a:spcPts val="1200"/>
              </a:spcBef>
              <a:spcAft>
                <a:spcPts val="0"/>
              </a:spcAft>
              <a:buNone/>
            </a:pPr>
            <a:r>
              <a:t/>
            </a:r>
            <a:endParaRPr sz="34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pic>
        <p:nvPicPr>
          <p:cNvPr id="131" name="Google Shape;131;p25" title="terminal_workflow1.png"/>
          <p:cNvPicPr preferRelativeResize="0"/>
          <p:nvPr/>
        </p:nvPicPr>
        <p:blipFill rotWithShape="1">
          <a:blip r:embed="rId3">
            <a:alphaModFix/>
          </a:blip>
          <a:srcRect b="0" l="0" r="26128" t="3250"/>
          <a:stretch/>
        </p:blipFill>
        <p:spPr>
          <a:xfrm>
            <a:off x="303250" y="646400"/>
            <a:ext cx="7947873" cy="4981051"/>
          </a:xfrm>
          <a:prstGeom prst="rect">
            <a:avLst/>
          </a:prstGeom>
          <a:noFill/>
          <a:ln>
            <a:noFill/>
          </a:ln>
        </p:spPr>
      </p:pic>
      <p:pic>
        <p:nvPicPr>
          <p:cNvPr id="132" name="Google Shape;132;p25" title="terminal_workflow2.png"/>
          <p:cNvPicPr preferRelativeResize="0"/>
          <p:nvPr/>
        </p:nvPicPr>
        <p:blipFill rotWithShape="1">
          <a:blip r:embed="rId4">
            <a:alphaModFix/>
          </a:blip>
          <a:srcRect b="0" l="0" r="25031" t="0"/>
          <a:stretch/>
        </p:blipFill>
        <p:spPr>
          <a:xfrm>
            <a:off x="5774125" y="1602200"/>
            <a:ext cx="6218598" cy="2640726"/>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6"/>
          <p:cNvSpPr txBox="1"/>
          <p:nvPr>
            <p:ph type="title"/>
          </p:nvPr>
        </p:nvSpPr>
        <p:spPr>
          <a:xfrm>
            <a:off x="678884" y="603666"/>
            <a:ext cx="10834200" cy="612900"/>
          </a:xfrm>
          <a:prstGeom prst="rect">
            <a:avLst/>
          </a:prstGeom>
        </p:spPr>
        <p:txBody>
          <a:bodyPr anchorCtr="0" anchor="ctr" bIns="0" lIns="0" spcFirstLastPara="1" rIns="0" wrap="square" tIns="0">
            <a:normAutofit/>
          </a:bodyPr>
          <a:lstStyle/>
          <a:p>
            <a:pPr indent="0" lvl="0" marL="0" rtl="0" algn="l">
              <a:spcBef>
                <a:spcPts val="0"/>
              </a:spcBef>
              <a:spcAft>
                <a:spcPts val="0"/>
              </a:spcAft>
              <a:buNone/>
            </a:pPr>
            <a:r>
              <a:rPr lang="en-IN"/>
              <a:t>Vulnerabilities Found - Before Hardening:</a:t>
            </a:r>
            <a:endParaRPr/>
          </a:p>
        </p:txBody>
      </p:sp>
      <p:sp>
        <p:nvSpPr>
          <p:cNvPr id="139" name="Google Shape;139;p26"/>
          <p:cNvSpPr txBox="1"/>
          <p:nvPr>
            <p:ph idx="1" type="body"/>
          </p:nvPr>
        </p:nvSpPr>
        <p:spPr>
          <a:xfrm>
            <a:off x="678909" y="1441825"/>
            <a:ext cx="10834200" cy="4398000"/>
          </a:xfrm>
          <a:prstGeom prst="rect">
            <a:avLst/>
          </a:prstGeom>
        </p:spPr>
        <p:txBody>
          <a:bodyPr anchorCtr="0" anchor="t" bIns="45700" lIns="91425" spcFirstLastPara="1" rIns="91425" wrap="square" tIns="45700">
            <a:normAutofit/>
          </a:bodyPr>
          <a:lstStyle/>
          <a:p>
            <a:pPr indent="0" lvl="0" marL="0" rtl="0" algn="l">
              <a:spcBef>
                <a:spcPts val="1000"/>
              </a:spcBef>
              <a:spcAft>
                <a:spcPts val="0"/>
              </a:spcAft>
              <a:buNone/>
            </a:pPr>
            <a:r>
              <a:rPr b="1" lang="en-IN"/>
              <a:t>Critical Findings:</a:t>
            </a:r>
            <a:br>
              <a:rPr b="1" lang="en-IN"/>
            </a:br>
            <a:endParaRPr b="1"/>
          </a:p>
          <a:p>
            <a:pPr indent="-406400" lvl="0" marL="457200" rtl="0" algn="l">
              <a:lnSpc>
                <a:spcPct val="115000"/>
              </a:lnSpc>
              <a:spcBef>
                <a:spcPts val="1000"/>
              </a:spcBef>
              <a:spcAft>
                <a:spcPts val="0"/>
              </a:spcAft>
              <a:buSzPts val="2800"/>
              <a:buChar char="•"/>
            </a:pPr>
            <a:r>
              <a:rPr lang="en-IN"/>
              <a:t>Multiple Exported Components: DoTransfer, ViewStatement, PostLogin, ChangePassword activities accessible without authentication</a:t>
            </a:r>
            <a:endParaRPr/>
          </a:p>
          <a:p>
            <a:pPr indent="-406400" lvl="0" marL="457200" rtl="0" algn="l">
              <a:lnSpc>
                <a:spcPct val="115000"/>
              </a:lnSpc>
              <a:spcBef>
                <a:spcPts val="0"/>
              </a:spcBef>
              <a:spcAft>
                <a:spcPts val="0"/>
              </a:spcAft>
              <a:buSzPts val="2800"/>
              <a:buChar char="•"/>
            </a:pPr>
            <a:r>
              <a:rPr lang="en-IN"/>
              <a:t>Exported ContentProvider: Data exposure risk</a:t>
            </a:r>
            <a:endParaRPr/>
          </a:p>
          <a:p>
            <a:pPr indent="-406400" lvl="0" marL="457200" rtl="0" algn="l">
              <a:lnSpc>
                <a:spcPct val="115000"/>
              </a:lnSpc>
              <a:spcBef>
                <a:spcPts val="0"/>
              </a:spcBef>
              <a:spcAft>
                <a:spcPts val="0"/>
              </a:spcAft>
              <a:buSzPts val="2800"/>
              <a:buChar char="•"/>
            </a:pPr>
            <a:r>
              <a:rPr lang="en-IN"/>
              <a:t>Exported BroadcastReceiver: Intent interception vulnerability</a:t>
            </a:r>
            <a:endParaRPr/>
          </a:p>
          <a:p>
            <a:pPr indent="-406400" lvl="0" marL="457200" rtl="0" algn="l">
              <a:lnSpc>
                <a:spcPct val="115000"/>
              </a:lnSpc>
              <a:spcBef>
                <a:spcPts val="0"/>
              </a:spcBef>
              <a:spcAft>
                <a:spcPts val="0"/>
              </a:spcAft>
              <a:buSzPts val="2800"/>
              <a:buChar char="•"/>
            </a:pPr>
            <a:r>
              <a:rPr lang="en-IN"/>
              <a:t>Insecure Conf</a:t>
            </a:r>
            <a:r>
              <a:rPr lang="en-IN"/>
              <a:t>i</a:t>
            </a:r>
            <a:r>
              <a:rPr lang="en-IN"/>
              <a:t>guration: allowBackup="true", debuggable="true"</a:t>
            </a:r>
            <a:endParaRPr/>
          </a:p>
          <a:p>
            <a:pPr indent="-406400" lvl="0" marL="457200" rtl="0" algn="l">
              <a:lnSpc>
                <a:spcPct val="115000"/>
              </a:lnSpc>
              <a:spcBef>
                <a:spcPts val="0"/>
              </a:spcBef>
              <a:spcAft>
                <a:spcPts val="0"/>
              </a:spcAft>
              <a:buSzPts val="2800"/>
              <a:buChar char="•"/>
            </a:pPr>
            <a:r>
              <a:rPr lang="en-IN"/>
              <a:t>Clear Text Storage: Potential sensitive data in SharedPreferences</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pic>
        <p:nvPicPr>
          <p:cNvPr id="145" name="Google Shape;145;p27" title="vulnerabilities_before1.png"/>
          <p:cNvPicPr preferRelativeResize="0"/>
          <p:nvPr/>
        </p:nvPicPr>
        <p:blipFill rotWithShape="1">
          <a:blip r:embed="rId3">
            <a:alphaModFix/>
          </a:blip>
          <a:srcRect b="0" l="0" r="0" t="6305"/>
          <a:stretch/>
        </p:blipFill>
        <p:spPr>
          <a:xfrm>
            <a:off x="968825" y="289025"/>
            <a:ext cx="9227750" cy="57625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 name="Shape 150"/>
        <p:cNvGrpSpPr/>
        <p:nvPr/>
      </p:nvGrpSpPr>
      <p:grpSpPr>
        <a:xfrm>
          <a:off x="0" y="0"/>
          <a:ext cx="0" cy="0"/>
          <a:chOff x="0" y="0"/>
          <a:chExt cx="0" cy="0"/>
        </a:xfrm>
      </p:grpSpPr>
      <p:pic>
        <p:nvPicPr>
          <p:cNvPr id="151" name="Google Shape;151;p28" title="vulnerabilities_before2.png"/>
          <p:cNvPicPr preferRelativeResize="0"/>
          <p:nvPr/>
        </p:nvPicPr>
        <p:blipFill rotWithShape="1">
          <a:blip r:embed="rId3">
            <a:alphaModFix/>
          </a:blip>
          <a:srcRect b="0" l="0" r="0" t="8441"/>
          <a:stretch/>
        </p:blipFill>
        <p:spPr>
          <a:xfrm>
            <a:off x="898850" y="285650"/>
            <a:ext cx="9391027" cy="5730826"/>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pic>
        <p:nvPicPr>
          <p:cNvPr id="157" name="Google Shape;157;p29" title="architecture_diagram.png"/>
          <p:cNvPicPr preferRelativeResize="0"/>
          <p:nvPr/>
        </p:nvPicPr>
        <p:blipFill rotWithShape="1">
          <a:blip r:embed="rId3">
            <a:alphaModFix/>
          </a:blip>
          <a:srcRect b="0" l="0" r="63983" t="0"/>
          <a:stretch/>
        </p:blipFill>
        <p:spPr>
          <a:xfrm>
            <a:off x="1342175" y="152400"/>
            <a:ext cx="3442749" cy="587630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sp>
        <p:nvSpPr>
          <p:cNvPr id="163" name="Google Shape;163;p30"/>
          <p:cNvSpPr txBox="1"/>
          <p:nvPr>
            <p:ph type="title"/>
          </p:nvPr>
        </p:nvSpPr>
        <p:spPr>
          <a:xfrm>
            <a:off x="678884" y="393716"/>
            <a:ext cx="10834200" cy="612900"/>
          </a:xfrm>
          <a:prstGeom prst="rect">
            <a:avLst/>
          </a:prstGeom>
        </p:spPr>
        <p:txBody>
          <a:bodyPr anchorCtr="0" anchor="ctr" bIns="0" lIns="0" spcFirstLastPara="1" rIns="0" wrap="square" tIns="0">
            <a:normAutofit/>
          </a:bodyPr>
          <a:lstStyle/>
          <a:p>
            <a:pPr indent="0" lvl="0" marL="0" rtl="0" algn="l">
              <a:spcBef>
                <a:spcPts val="0"/>
              </a:spcBef>
              <a:spcAft>
                <a:spcPts val="0"/>
              </a:spcAft>
              <a:buNone/>
            </a:pPr>
            <a:r>
              <a:rPr lang="en-IN" sz="3500"/>
              <a:t>Vulnerability Analysis - Exported Components:</a:t>
            </a:r>
            <a:endParaRPr sz="3500"/>
          </a:p>
        </p:txBody>
      </p:sp>
      <p:sp>
        <p:nvSpPr>
          <p:cNvPr id="164" name="Google Shape;164;p30"/>
          <p:cNvSpPr txBox="1"/>
          <p:nvPr>
            <p:ph idx="1" type="body"/>
          </p:nvPr>
        </p:nvSpPr>
        <p:spPr>
          <a:xfrm>
            <a:off x="678884" y="1230000"/>
            <a:ext cx="10834200" cy="4398000"/>
          </a:xfrm>
          <a:prstGeom prst="rect">
            <a:avLst/>
          </a:prstGeom>
        </p:spPr>
        <p:txBody>
          <a:bodyPr anchorCtr="0" anchor="t" bIns="45700" lIns="91425" spcFirstLastPara="1" rIns="91425" wrap="square" tIns="45700">
            <a:noAutofit/>
          </a:bodyPr>
          <a:lstStyle/>
          <a:p>
            <a:pPr indent="0" lvl="0" marL="0" rtl="0" algn="l">
              <a:lnSpc>
                <a:spcPct val="140000"/>
              </a:lnSpc>
              <a:spcBef>
                <a:spcPts val="1200"/>
              </a:spcBef>
              <a:spcAft>
                <a:spcPts val="0"/>
              </a:spcAft>
              <a:buNone/>
            </a:pPr>
            <a:r>
              <a:rPr b="1" lang="en-IN" sz="2300">
                <a:solidFill>
                  <a:srgbClr val="000000"/>
                </a:solidFill>
                <a:latin typeface="Roboto"/>
                <a:ea typeface="Roboto"/>
                <a:cs typeface="Roboto"/>
                <a:sym typeface="Roboto"/>
              </a:rPr>
              <a:t>Observation:</a:t>
            </a:r>
            <a:br>
              <a:rPr b="1" lang="en-IN" sz="2300">
                <a:solidFill>
                  <a:srgbClr val="000000"/>
                </a:solidFill>
                <a:latin typeface="Roboto"/>
                <a:ea typeface="Roboto"/>
                <a:cs typeface="Roboto"/>
                <a:sym typeface="Roboto"/>
              </a:rPr>
            </a:br>
            <a:r>
              <a:rPr lang="en-IN" sz="2300">
                <a:solidFill>
                  <a:srgbClr val="000000"/>
                </a:solidFill>
                <a:latin typeface="Roboto"/>
                <a:ea typeface="Roboto"/>
                <a:cs typeface="Roboto"/>
                <a:sym typeface="Roboto"/>
              </a:rPr>
              <a:t>Multiple banking activities (DoTransfer, ViewStatement, PostLogin, ChangePassword) were exported without proper permission checks, allowing unauthorized access.</a:t>
            </a:r>
            <a:endParaRPr sz="2300">
              <a:solidFill>
                <a:srgbClr val="000000"/>
              </a:solidFill>
              <a:latin typeface="Roboto"/>
              <a:ea typeface="Roboto"/>
              <a:cs typeface="Roboto"/>
              <a:sym typeface="Roboto"/>
            </a:endParaRPr>
          </a:p>
          <a:p>
            <a:pPr indent="0" lvl="0" marL="0" rtl="0" algn="l">
              <a:lnSpc>
                <a:spcPct val="140000"/>
              </a:lnSpc>
              <a:spcBef>
                <a:spcPts val="1200"/>
              </a:spcBef>
              <a:spcAft>
                <a:spcPts val="0"/>
              </a:spcAft>
              <a:buNone/>
            </a:pPr>
            <a:r>
              <a:rPr b="1" lang="en-IN" sz="2300">
                <a:solidFill>
                  <a:srgbClr val="000000"/>
                </a:solidFill>
                <a:latin typeface="Roboto"/>
                <a:ea typeface="Roboto"/>
                <a:cs typeface="Roboto"/>
                <a:sym typeface="Roboto"/>
              </a:rPr>
              <a:t>Risk Impact:</a:t>
            </a:r>
            <a:endParaRPr b="1" sz="2300">
              <a:solidFill>
                <a:srgbClr val="000000"/>
              </a:solidFill>
              <a:latin typeface="Roboto"/>
              <a:ea typeface="Roboto"/>
              <a:cs typeface="Roboto"/>
              <a:sym typeface="Roboto"/>
            </a:endParaRPr>
          </a:p>
          <a:p>
            <a:pPr indent="-374650" lvl="0" marL="457200" rtl="0" algn="l">
              <a:lnSpc>
                <a:spcPct val="140000"/>
              </a:lnSpc>
              <a:spcBef>
                <a:spcPts val="1200"/>
              </a:spcBef>
              <a:spcAft>
                <a:spcPts val="0"/>
              </a:spcAft>
              <a:buClr>
                <a:srgbClr val="000000"/>
              </a:buClr>
              <a:buSzPts val="2300"/>
              <a:buFont typeface="Roboto"/>
              <a:buChar char="●"/>
            </a:pPr>
            <a:r>
              <a:rPr lang="en-IN" sz="2300">
                <a:solidFill>
                  <a:srgbClr val="000000"/>
                </a:solidFill>
                <a:latin typeface="Roboto"/>
                <a:ea typeface="Roboto"/>
                <a:cs typeface="Roboto"/>
                <a:sym typeface="Roboto"/>
              </a:rPr>
              <a:t>Attackers can launch sensitive banking operations without authentication</a:t>
            </a:r>
            <a:endParaRPr sz="2300">
              <a:solidFill>
                <a:srgbClr val="000000"/>
              </a:solidFill>
              <a:latin typeface="Roboto"/>
              <a:ea typeface="Roboto"/>
              <a:cs typeface="Roboto"/>
              <a:sym typeface="Roboto"/>
            </a:endParaRPr>
          </a:p>
          <a:p>
            <a:pPr indent="-374650" lvl="0" marL="457200" rtl="0" algn="l">
              <a:lnSpc>
                <a:spcPct val="140000"/>
              </a:lnSpc>
              <a:spcBef>
                <a:spcPts val="0"/>
              </a:spcBef>
              <a:spcAft>
                <a:spcPts val="0"/>
              </a:spcAft>
              <a:buClr>
                <a:srgbClr val="000000"/>
              </a:buClr>
              <a:buSzPts val="2300"/>
              <a:buFont typeface="Roboto"/>
              <a:buChar char="●"/>
            </a:pPr>
            <a:r>
              <a:rPr lang="en-IN" sz="2300">
                <a:solidFill>
                  <a:srgbClr val="000000"/>
                </a:solidFill>
                <a:latin typeface="Roboto"/>
                <a:ea typeface="Roboto"/>
                <a:cs typeface="Roboto"/>
                <a:sym typeface="Roboto"/>
              </a:rPr>
              <a:t>Financial transactions could be initiated externally</a:t>
            </a:r>
            <a:endParaRPr sz="2300">
              <a:solidFill>
                <a:srgbClr val="000000"/>
              </a:solidFill>
              <a:latin typeface="Roboto"/>
              <a:ea typeface="Roboto"/>
              <a:cs typeface="Roboto"/>
              <a:sym typeface="Roboto"/>
            </a:endParaRPr>
          </a:p>
          <a:p>
            <a:pPr indent="-374650" lvl="0" marL="457200" rtl="0" algn="l">
              <a:lnSpc>
                <a:spcPct val="140000"/>
              </a:lnSpc>
              <a:spcBef>
                <a:spcPts val="0"/>
              </a:spcBef>
              <a:spcAft>
                <a:spcPts val="0"/>
              </a:spcAft>
              <a:buClr>
                <a:srgbClr val="000000"/>
              </a:buClr>
              <a:buSzPts val="2300"/>
              <a:buFont typeface="Roboto"/>
              <a:buChar char="●"/>
            </a:pPr>
            <a:r>
              <a:rPr lang="en-IN" sz="2300">
                <a:solidFill>
                  <a:srgbClr val="000000"/>
                </a:solidFill>
                <a:latin typeface="Roboto"/>
                <a:ea typeface="Roboto"/>
                <a:cs typeface="Roboto"/>
                <a:sym typeface="Roboto"/>
              </a:rPr>
              <a:t>User data exposure through unauthorized component access</a:t>
            </a:r>
            <a:endParaRPr sz="2300">
              <a:solidFill>
                <a:srgbClr val="000000"/>
              </a:solidFill>
              <a:latin typeface="Roboto"/>
              <a:ea typeface="Roboto"/>
              <a:cs typeface="Roboto"/>
              <a:sym typeface="Roboto"/>
            </a:endParaRPr>
          </a:p>
          <a:p>
            <a:pPr indent="0" lvl="0" marL="0" rtl="0" algn="l">
              <a:lnSpc>
                <a:spcPct val="140000"/>
              </a:lnSpc>
              <a:spcBef>
                <a:spcPts val="1200"/>
              </a:spcBef>
              <a:spcAft>
                <a:spcPts val="1200"/>
              </a:spcAft>
              <a:buNone/>
            </a:pPr>
            <a:r>
              <a:rPr b="1" lang="en-IN" sz="2300">
                <a:solidFill>
                  <a:srgbClr val="000000"/>
                </a:solidFill>
                <a:latin typeface="Roboto"/>
                <a:ea typeface="Roboto"/>
                <a:cs typeface="Roboto"/>
                <a:sym typeface="Roboto"/>
              </a:rPr>
              <a:t>Severity: High</a:t>
            </a:r>
            <a:r>
              <a:rPr lang="en-IN" sz="2300">
                <a:solidFill>
                  <a:srgbClr val="000000"/>
                </a:solidFill>
                <a:latin typeface="Roboto"/>
                <a:ea typeface="Roboto"/>
                <a:cs typeface="Roboto"/>
                <a:sym typeface="Roboto"/>
              </a:rPr>
              <a:t> - Direct impact on financial operations and user data</a:t>
            </a:r>
            <a:endParaRPr sz="3900">
              <a:solidFill>
                <a:srgbClr val="000000"/>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pic>
        <p:nvPicPr>
          <p:cNvPr id="170" name="Google Shape;170;p31" title="component_hijack_poc1.png"/>
          <p:cNvPicPr preferRelativeResize="0"/>
          <p:nvPr/>
        </p:nvPicPr>
        <p:blipFill rotWithShape="1">
          <a:blip r:embed="rId3">
            <a:alphaModFix/>
          </a:blip>
          <a:srcRect b="5468" l="0" r="0" t="1853"/>
          <a:stretch/>
        </p:blipFill>
        <p:spPr>
          <a:xfrm>
            <a:off x="933950" y="262350"/>
            <a:ext cx="9285949" cy="5735576"/>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 name="Shape 175"/>
        <p:cNvGrpSpPr/>
        <p:nvPr/>
      </p:nvGrpSpPr>
      <p:grpSpPr>
        <a:xfrm>
          <a:off x="0" y="0"/>
          <a:ext cx="0" cy="0"/>
          <a:chOff x="0" y="0"/>
          <a:chExt cx="0" cy="0"/>
        </a:xfrm>
      </p:grpSpPr>
      <p:pic>
        <p:nvPicPr>
          <p:cNvPr id="176" name="Google Shape;176;p32"/>
          <p:cNvPicPr preferRelativeResize="0"/>
          <p:nvPr/>
        </p:nvPicPr>
        <p:blipFill rotWithShape="1">
          <a:blip r:embed="rId3">
            <a:alphaModFix/>
          </a:blip>
          <a:srcRect b="0" l="0" r="31200" t="0"/>
          <a:stretch/>
        </p:blipFill>
        <p:spPr>
          <a:xfrm>
            <a:off x="828875" y="1556950"/>
            <a:ext cx="8178048" cy="245522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p33"/>
          <p:cNvSpPr txBox="1"/>
          <p:nvPr>
            <p:ph type="title"/>
          </p:nvPr>
        </p:nvSpPr>
        <p:spPr>
          <a:xfrm>
            <a:off x="678884" y="347066"/>
            <a:ext cx="10834200" cy="612900"/>
          </a:xfrm>
          <a:prstGeom prst="rect">
            <a:avLst/>
          </a:prstGeom>
        </p:spPr>
        <p:txBody>
          <a:bodyPr anchorCtr="0" anchor="ctr" bIns="0" lIns="0" spcFirstLastPara="1" rIns="0" wrap="square" tIns="0">
            <a:normAutofit/>
          </a:bodyPr>
          <a:lstStyle/>
          <a:p>
            <a:pPr indent="0" lvl="0" marL="0" rtl="0" algn="l">
              <a:spcBef>
                <a:spcPts val="0"/>
              </a:spcBef>
              <a:spcAft>
                <a:spcPts val="0"/>
              </a:spcAft>
              <a:buNone/>
            </a:pPr>
            <a:r>
              <a:rPr lang="en-IN"/>
              <a:t>Vulnerability Analysis - Insecure Configurations:</a:t>
            </a:r>
            <a:endParaRPr/>
          </a:p>
        </p:txBody>
      </p:sp>
      <p:sp>
        <p:nvSpPr>
          <p:cNvPr id="183" name="Google Shape;183;p33"/>
          <p:cNvSpPr txBox="1"/>
          <p:nvPr>
            <p:ph idx="1" type="body"/>
          </p:nvPr>
        </p:nvSpPr>
        <p:spPr>
          <a:xfrm>
            <a:off x="678884" y="1115250"/>
            <a:ext cx="10834200" cy="4398000"/>
          </a:xfrm>
          <a:prstGeom prst="rect">
            <a:avLst/>
          </a:prstGeom>
        </p:spPr>
        <p:txBody>
          <a:bodyPr anchorCtr="0" anchor="t" bIns="45700" lIns="91425" spcFirstLastPara="1" rIns="91425" wrap="square" tIns="45700">
            <a:noAutofit/>
          </a:bodyPr>
          <a:lstStyle/>
          <a:p>
            <a:pPr indent="0" lvl="0" marL="0" rtl="0" algn="l">
              <a:lnSpc>
                <a:spcPct val="150000"/>
              </a:lnSpc>
              <a:spcBef>
                <a:spcPts val="1200"/>
              </a:spcBef>
              <a:spcAft>
                <a:spcPts val="0"/>
              </a:spcAft>
              <a:buNone/>
            </a:pPr>
            <a:r>
              <a:rPr b="1" lang="en-IN" sz="2200">
                <a:solidFill>
                  <a:srgbClr val="000000"/>
                </a:solidFill>
                <a:latin typeface="Roboto"/>
                <a:ea typeface="Roboto"/>
                <a:cs typeface="Roboto"/>
                <a:sym typeface="Roboto"/>
              </a:rPr>
              <a:t>Observation:</a:t>
            </a:r>
            <a:br>
              <a:rPr b="1" lang="en-IN" sz="2200">
                <a:solidFill>
                  <a:srgbClr val="000000"/>
                </a:solidFill>
                <a:latin typeface="Roboto"/>
                <a:ea typeface="Roboto"/>
                <a:cs typeface="Roboto"/>
                <a:sym typeface="Roboto"/>
              </a:rPr>
            </a:br>
            <a:r>
              <a:rPr lang="en-IN" sz="2200">
                <a:solidFill>
                  <a:srgbClr val="000000"/>
                </a:solidFill>
                <a:latin typeface="Roboto"/>
                <a:ea typeface="Roboto"/>
                <a:cs typeface="Roboto"/>
                <a:sym typeface="Roboto"/>
              </a:rPr>
              <a:t>Application configured with </a:t>
            </a:r>
            <a:r>
              <a:rPr lang="en-IN" sz="2050">
                <a:solidFill>
                  <a:srgbClr val="000000"/>
                </a:solidFill>
                <a:latin typeface="Roboto Mono"/>
                <a:ea typeface="Roboto Mono"/>
                <a:cs typeface="Roboto Mono"/>
                <a:sym typeface="Roboto Mono"/>
              </a:rPr>
              <a:t>android:allowBackup="true"</a:t>
            </a:r>
            <a:r>
              <a:rPr lang="en-IN" sz="2200">
                <a:solidFill>
                  <a:srgbClr val="000000"/>
                </a:solidFill>
                <a:latin typeface="Roboto"/>
                <a:ea typeface="Roboto"/>
                <a:cs typeface="Roboto"/>
                <a:sym typeface="Roboto"/>
              </a:rPr>
              <a:t> and </a:t>
            </a:r>
            <a:r>
              <a:rPr lang="en-IN" sz="2050">
                <a:solidFill>
                  <a:srgbClr val="000000"/>
                </a:solidFill>
                <a:latin typeface="Roboto Mono"/>
                <a:ea typeface="Roboto Mono"/>
                <a:cs typeface="Roboto Mono"/>
                <a:sym typeface="Roboto Mono"/>
              </a:rPr>
              <a:t>android:debuggable="true"</a:t>
            </a:r>
            <a:r>
              <a:rPr lang="en-IN" sz="2200">
                <a:solidFill>
                  <a:srgbClr val="000000"/>
                </a:solidFill>
                <a:latin typeface="Roboto"/>
                <a:ea typeface="Roboto"/>
                <a:cs typeface="Roboto"/>
                <a:sym typeface="Roboto"/>
              </a:rPr>
              <a:t> enabling backup extraction and debugging in production.</a:t>
            </a:r>
            <a:endParaRPr sz="2200">
              <a:solidFill>
                <a:srgbClr val="000000"/>
              </a:solidFill>
              <a:latin typeface="Roboto"/>
              <a:ea typeface="Roboto"/>
              <a:cs typeface="Roboto"/>
              <a:sym typeface="Roboto"/>
            </a:endParaRPr>
          </a:p>
          <a:p>
            <a:pPr indent="0" lvl="0" marL="0" rtl="0" algn="l">
              <a:lnSpc>
                <a:spcPct val="150000"/>
              </a:lnSpc>
              <a:spcBef>
                <a:spcPts val="1200"/>
              </a:spcBef>
              <a:spcAft>
                <a:spcPts val="0"/>
              </a:spcAft>
              <a:buNone/>
            </a:pPr>
            <a:r>
              <a:rPr b="1" lang="en-IN" sz="2200">
                <a:solidFill>
                  <a:srgbClr val="000000"/>
                </a:solidFill>
                <a:latin typeface="Roboto"/>
                <a:ea typeface="Roboto"/>
                <a:cs typeface="Roboto"/>
                <a:sym typeface="Roboto"/>
              </a:rPr>
              <a:t>Risk Impact:</a:t>
            </a:r>
            <a:endParaRPr b="1" sz="2200">
              <a:solidFill>
                <a:srgbClr val="000000"/>
              </a:solidFill>
              <a:latin typeface="Roboto"/>
              <a:ea typeface="Roboto"/>
              <a:cs typeface="Roboto"/>
              <a:sym typeface="Roboto"/>
            </a:endParaRPr>
          </a:p>
          <a:p>
            <a:pPr indent="-368300" lvl="0" marL="457200" rtl="0" algn="l">
              <a:lnSpc>
                <a:spcPct val="150000"/>
              </a:lnSpc>
              <a:spcBef>
                <a:spcPts val="1200"/>
              </a:spcBef>
              <a:spcAft>
                <a:spcPts val="0"/>
              </a:spcAft>
              <a:buClr>
                <a:srgbClr val="000000"/>
              </a:buClr>
              <a:buSzPts val="2200"/>
              <a:buFont typeface="Roboto"/>
              <a:buChar char="●"/>
            </a:pPr>
            <a:r>
              <a:rPr lang="en-IN" sz="2200">
                <a:solidFill>
                  <a:srgbClr val="000000"/>
                </a:solidFill>
                <a:latin typeface="Roboto"/>
                <a:ea typeface="Roboto"/>
                <a:cs typeface="Roboto"/>
                <a:sym typeface="Roboto"/>
              </a:rPr>
              <a:t>Backup data can be extracted without root access</a:t>
            </a:r>
            <a:endParaRPr sz="2200">
              <a:solidFill>
                <a:srgbClr val="000000"/>
              </a:solidFill>
              <a:latin typeface="Roboto"/>
              <a:ea typeface="Roboto"/>
              <a:cs typeface="Roboto"/>
              <a:sym typeface="Roboto"/>
            </a:endParaRPr>
          </a:p>
          <a:p>
            <a:pPr indent="-368300" lvl="0" marL="457200" rtl="0" algn="l">
              <a:lnSpc>
                <a:spcPct val="150000"/>
              </a:lnSpc>
              <a:spcBef>
                <a:spcPts val="0"/>
              </a:spcBef>
              <a:spcAft>
                <a:spcPts val="0"/>
              </a:spcAft>
              <a:buClr>
                <a:srgbClr val="000000"/>
              </a:buClr>
              <a:buSzPts val="2200"/>
              <a:buFont typeface="Roboto"/>
              <a:buChar char="●"/>
            </a:pPr>
            <a:r>
              <a:rPr lang="en-IN" sz="2200">
                <a:solidFill>
                  <a:srgbClr val="000000"/>
                </a:solidFill>
                <a:latin typeface="Roboto"/>
                <a:ea typeface="Roboto"/>
                <a:cs typeface="Roboto"/>
                <a:sym typeface="Roboto"/>
              </a:rPr>
              <a:t>Debugging information exposed in production</a:t>
            </a:r>
            <a:endParaRPr sz="2200">
              <a:solidFill>
                <a:srgbClr val="000000"/>
              </a:solidFill>
              <a:latin typeface="Roboto"/>
              <a:ea typeface="Roboto"/>
              <a:cs typeface="Roboto"/>
              <a:sym typeface="Roboto"/>
            </a:endParaRPr>
          </a:p>
          <a:p>
            <a:pPr indent="-368300" lvl="0" marL="457200" rtl="0" algn="l">
              <a:lnSpc>
                <a:spcPct val="150000"/>
              </a:lnSpc>
              <a:spcBef>
                <a:spcPts val="0"/>
              </a:spcBef>
              <a:spcAft>
                <a:spcPts val="0"/>
              </a:spcAft>
              <a:buClr>
                <a:srgbClr val="000000"/>
              </a:buClr>
              <a:buSzPts val="2200"/>
              <a:buFont typeface="Roboto"/>
              <a:buChar char="●"/>
            </a:pPr>
            <a:r>
              <a:rPr lang="en-IN" sz="2200">
                <a:solidFill>
                  <a:srgbClr val="000000"/>
                </a:solidFill>
                <a:latin typeface="Roboto"/>
                <a:ea typeface="Roboto"/>
                <a:cs typeface="Roboto"/>
                <a:sym typeface="Roboto"/>
              </a:rPr>
              <a:t>Easier reverse engineering and analysis</a:t>
            </a:r>
            <a:endParaRPr sz="2200">
              <a:solidFill>
                <a:srgbClr val="000000"/>
              </a:solidFill>
              <a:latin typeface="Roboto"/>
              <a:ea typeface="Roboto"/>
              <a:cs typeface="Roboto"/>
              <a:sym typeface="Roboto"/>
            </a:endParaRPr>
          </a:p>
          <a:p>
            <a:pPr indent="0" lvl="0" marL="0" rtl="0" algn="l">
              <a:lnSpc>
                <a:spcPct val="150000"/>
              </a:lnSpc>
              <a:spcBef>
                <a:spcPts val="1200"/>
              </a:spcBef>
              <a:spcAft>
                <a:spcPts val="1200"/>
              </a:spcAft>
              <a:buNone/>
            </a:pPr>
            <a:r>
              <a:rPr b="1" lang="en-IN" sz="2200">
                <a:solidFill>
                  <a:srgbClr val="000000"/>
                </a:solidFill>
                <a:latin typeface="Roboto"/>
                <a:ea typeface="Roboto"/>
                <a:cs typeface="Roboto"/>
                <a:sym typeface="Roboto"/>
              </a:rPr>
              <a:t>Severity: Medium </a:t>
            </a:r>
            <a:r>
              <a:rPr lang="en-IN" sz="2200">
                <a:solidFill>
                  <a:srgbClr val="000000"/>
                </a:solidFill>
                <a:latin typeface="Roboto"/>
                <a:ea typeface="Roboto"/>
                <a:cs typeface="Roboto"/>
                <a:sym typeface="Roboto"/>
              </a:rPr>
              <a:t>- Information disclosure and ease of analysis</a:t>
            </a:r>
            <a:endParaRPr sz="30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pic>
        <p:nvPicPr>
          <p:cNvPr id="189" name="Google Shape;189;p34"/>
          <p:cNvPicPr preferRelativeResize="0"/>
          <p:nvPr/>
        </p:nvPicPr>
        <p:blipFill rotWithShape="1">
          <a:blip r:embed="rId3">
            <a:alphaModFix/>
          </a:blip>
          <a:srcRect b="0" l="0" r="0" t="10929"/>
          <a:stretch/>
        </p:blipFill>
        <p:spPr>
          <a:xfrm>
            <a:off x="688925" y="169025"/>
            <a:ext cx="9832202" cy="5836774"/>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pic>
        <p:nvPicPr>
          <p:cNvPr id="195" name="Google Shape;195;p35"/>
          <p:cNvPicPr preferRelativeResize="0"/>
          <p:nvPr/>
        </p:nvPicPr>
        <p:blipFill rotWithShape="1">
          <a:blip r:embed="rId3">
            <a:alphaModFix/>
          </a:blip>
          <a:srcRect b="0" l="0" r="57105" t="0"/>
          <a:stretch/>
        </p:blipFill>
        <p:spPr>
          <a:xfrm>
            <a:off x="1152988" y="315675"/>
            <a:ext cx="9386476" cy="3002450"/>
          </a:xfrm>
          <a:prstGeom prst="rect">
            <a:avLst/>
          </a:prstGeom>
          <a:noFill/>
          <a:ln>
            <a:noFill/>
          </a:ln>
        </p:spPr>
      </p:pic>
      <p:sp>
        <p:nvSpPr>
          <p:cNvPr id="196" name="Google Shape;196;p35"/>
          <p:cNvSpPr txBox="1"/>
          <p:nvPr/>
        </p:nvSpPr>
        <p:spPr>
          <a:xfrm>
            <a:off x="695850" y="3621375"/>
            <a:ext cx="10800300" cy="2122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IN" sz="2800">
                <a:solidFill>
                  <a:srgbClr val="171616"/>
                </a:solidFill>
                <a:latin typeface="Calibri"/>
                <a:ea typeface="Calibri"/>
                <a:cs typeface="Calibri"/>
                <a:sym typeface="Calibri"/>
              </a:rPr>
              <a:t>This proves that all those vulnerabilities we found in the before scan as shown in the previous picture are gone</a:t>
            </a:r>
            <a:endParaRPr sz="2800">
              <a:solidFill>
                <a:srgbClr val="171616"/>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 name="Shape 201"/>
        <p:cNvGrpSpPr/>
        <p:nvPr/>
      </p:nvGrpSpPr>
      <p:grpSpPr>
        <a:xfrm>
          <a:off x="0" y="0"/>
          <a:ext cx="0" cy="0"/>
          <a:chOff x="0" y="0"/>
          <a:chExt cx="0" cy="0"/>
        </a:xfrm>
      </p:grpSpPr>
      <p:sp>
        <p:nvSpPr>
          <p:cNvPr id="202" name="Google Shape;202;p36"/>
          <p:cNvSpPr txBox="1"/>
          <p:nvPr>
            <p:ph type="title"/>
          </p:nvPr>
        </p:nvSpPr>
        <p:spPr>
          <a:xfrm>
            <a:off x="678884" y="603666"/>
            <a:ext cx="10834200" cy="612900"/>
          </a:xfrm>
          <a:prstGeom prst="rect">
            <a:avLst/>
          </a:prstGeom>
        </p:spPr>
        <p:txBody>
          <a:bodyPr anchorCtr="0" anchor="ctr" bIns="0" lIns="0" spcFirstLastPara="1" rIns="0" wrap="square" tIns="0">
            <a:normAutofit/>
          </a:bodyPr>
          <a:lstStyle/>
          <a:p>
            <a:pPr indent="0" lvl="0" marL="0" rtl="0" algn="l">
              <a:spcBef>
                <a:spcPts val="0"/>
              </a:spcBef>
              <a:spcAft>
                <a:spcPts val="0"/>
              </a:spcAft>
              <a:buNone/>
            </a:pPr>
            <a:r>
              <a:rPr lang="en-IN"/>
              <a:t>Proof of Concept - Component Hijacking:</a:t>
            </a:r>
            <a:endParaRPr/>
          </a:p>
        </p:txBody>
      </p:sp>
      <p:sp>
        <p:nvSpPr>
          <p:cNvPr id="203" name="Google Shape;203;p36"/>
          <p:cNvSpPr txBox="1"/>
          <p:nvPr>
            <p:ph idx="1" type="body"/>
          </p:nvPr>
        </p:nvSpPr>
        <p:spPr>
          <a:xfrm>
            <a:off x="678909" y="1791700"/>
            <a:ext cx="10834200" cy="4398000"/>
          </a:xfrm>
          <a:prstGeom prst="rect">
            <a:avLst/>
          </a:prstGeom>
        </p:spPr>
        <p:txBody>
          <a:bodyPr anchorCtr="0" anchor="t" bIns="45700" lIns="91425" spcFirstLastPara="1" rIns="91425" wrap="square" tIns="45700">
            <a:noAutofit/>
          </a:bodyPr>
          <a:lstStyle/>
          <a:p>
            <a:pPr indent="0" lvl="0" marL="0" rtl="0" algn="l">
              <a:lnSpc>
                <a:spcPct val="150000"/>
              </a:lnSpc>
              <a:spcBef>
                <a:spcPts val="1200"/>
              </a:spcBef>
              <a:spcAft>
                <a:spcPts val="0"/>
              </a:spcAft>
              <a:buNone/>
            </a:pPr>
            <a:r>
              <a:rPr b="1" lang="en-IN" sz="2500">
                <a:solidFill>
                  <a:srgbClr val="000000"/>
                </a:solidFill>
                <a:latin typeface="Roboto"/>
                <a:ea typeface="Roboto"/>
                <a:cs typeface="Roboto"/>
                <a:sym typeface="Roboto"/>
              </a:rPr>
              <a:t>Demonstration:</a:t>
            </a:r>
            <a:endParaRPr b="1" sz="2500">
              <a:solidFill>
                <a:srgbClr val="000000"/>
              </a:solidFill>
              <a:latin typeface="Roboto"/>
              <a:ea typeface="Roboto"/>
              <a:cs typeface="Roboto"/>
              <a:sym typeface="Roboto"/>
            </a:endParaRPr>
          </a:p>
          <a:p>
            <a:pPr indent="-374650" lvl="0" marL="457200" rtl="0" algn="l">
              <a:lnSpc>
                <a:spcPct val="150000"/>
              </a:lnSpc>
              <a:spcBef>
                <a:spcPts val="1200"/>
              </a:spcBef>
              <a:spcAft>
                <a:spcPts val="0"/>
              </a:spcAft>
              <a:buClr>
                <a:srgbClr val="000000"/>
              </a:buClr>
              <a:buSzPts val="2300"/>
              <a:buFont typeface="Roboto"/>
              <a:buChar char="●"/>
            </a:pPr>
            <a:r>
              <a:rPr lang="en-IN" sz="2300">
                <a:solidFill>
                  <a:srgbClr val="000000"/>
                </a:solidFill>
                <a:latin typeface="Roboto"/>
                <a:ea typeface="Roboto"/>
                <a:cs typeface="Roboto"/>
                <a:sym typeface="Roboto"/>
              </a:rPr>
              <a:t>External applications can launch banking activities directly</a:t>
            </a:r>
            <a:endParaRPr sz="2300">
              <a:solidFill>
                <a:srgbClr val="000000"/>
              </a:solidFill>
              <a:latin typeface="Roboto"/>
              <a:ea typeface="Roboto"/>
              <a:cs typeface="Roboto"/>
              <a:sym typeface="Roboto"/>
            </a:endParaRPr>
          </a:p>
          <a:p>
            <a:pPr indent="-374650" lvl="0" marL="457200" rtl="0" algn="l">
              <a:lnSpc>
                <a:spcPct val="150000"/>
              </a:lnSpc>
              <a:spcBef>
                <a:spcPts val="0"/>
              </a:spcBef>
              <a:spcAft>
                <a:spcPts val="0"/>
              </a:spcAft>
              <a:buClr>
                <a:srgbClr val="000000"/>
              </a:buClr>
              <a:buSzPts val="2300"/>
              <a:buFont typeface="Roboto"/>
              <a:buChar char="●"/>
            </a:pPr>
            <a:r>
              <a:rPr lang="en-IN" sz="2300">
                <a:solidFill>
                  <a:srgbClr val="000000"/>
                </a:solidFill>
                <a:latin typeface="Roboto"/>
                <a:ea typeface="Roboto"/>
                <a:cs typeface="Roboto"/>
                <a:sym typeface="Roboto"/>
              </a:rPr>
              <a:t>Bypasses authentication mechanisms</a:t>
            </a:r>
            <a:endParaRPr sz="2300">
              <a:solidFill>
                <a:srgbClr val="000000"/>
              </a:solidFill>
              <a:latin typeface="Roboto"/>
              <a:ea typeface="Roboto"/>
              <a:cs typeface="Roboto"/>
              <a:sym typeface="Roboto"/>
            </a:endParaRPr>
          </a:p>
          <a:p>
            <a:pPr indent="-374650" lvl="0" marL="457200" rtl="0" algn="l">
              <a:lnSpc>
                <a:spcPct val="150000"/>
              </a:lnSpc>
              <a:spcBef>
                <a:spcPts val="0"/>
              </a:spcBef>
              <a:spcAft>
                <a:spcPts val="0"/>
              </a:spcAft>
              <a:buClr>
                <a:srgbClr val="000000"/>
              </a:buClr>
              <a:buSzPts val="2300"/>
              <a:buFont typeface="Roboto"/>
              <a:buChar char="●"/>
            </a:pPr>
            <a:r>
              <a:rPr lang="en-IN" sz="2300">
                <a:solidFill>
                  <a:srgbClr val="000000"/>
                </a:solidFill>
                <a:latin typeface="Roboto"/>
                <a:ea typeface="Roboto"/>
                <a:cs typeface="Roboto"/>
                <a:sym typeface="Roboto"/>
              </a:rPr>
              <a:t>Shows transfer functionality accessible without login</a:t>
            </a:r>
            <a:endParaRPr sz="2300">
              <a:solidFill>
                <a:srgbClr val="000000"/>
              </a:solidFill>
              <a:latin typeface="Roboto"/>
              <a:ea typeface="Roboto"/>
              <a:cs typeface="Roboto"/>
              <a:sym typeface="Roboto"/>
            </a:endParaRPr>
          </a:p>
          <a:p>
            <a:pPr indent="0" lvl="0" marL="0" rtl="0" algn="l">
              <a:lnSpc>
                <a:spcPct val="150000"/>
              </a:lnSpc>
              <a:spcBef>
                <a:spcPts val="1200"/>
              </a:spcBef>
              <a:spcAft>
                <a:spcPts val="0"/>
              </a:spcAft>
              <a:buNone/>
            </a:pPr>
            <a:r>
              <a:rPr b="1" lang="en-IN" sz="2500">
                <a:solidFill>
                  <a:srgbClr val="000000"/>
                </a:solidFill>
                <a:latin typeface="Roboto"/>
                <a:ea typeface="Roboto"/>
                <a:cs typeface="Roboto"/>
                <a:sym typeface="Roboto"/>
              </a:rPr>
              <a:t>Evidence:</a:t>
            </a:r>
            <a:r>
              <a:rPr lang="en-IN" sz="2300">
                <a:solidFill>
                  <a:srgbClr val="000000"/>
                </a:solidFill>
                <a:latin typeface="Roboto"/>
                <a:ea typeface="Roboto"/>
                <a:cs typeface="Roboto"/>
                <a:sym typeface="Roboto"/>
              </a:rPr>
              <a:t> Component hijack successfully demonstrated that sensitive banking operations can be initiated by malicious apps without user interaction (shown in the previous pictures).</a:t>
            </a:r>
            <a:endParaRPr sz="2300">
              <a:solidFill>
                <a:srgbClr val="000000"/>
              </a:solidFill>
              <a:latin typeface="Roboto"/>
              <a:ea typeface="Roboto"/>
              <a:cs typeface="Roboto"/>
              <a:sym typeface="Roboto"/>
            </a:endParaRPr>
          </a:p>
          <a:p>
            <a:pPr indent="0" lvl="0" marL="0" rtl="0" algn="l">
              <a:lnSpc>
                <a:spcPct val="150000"/>
              </a:lnSpc>
              <a:spcBef>
                <a:spcPts val="1200"/>
              </a:spcBef>
              <a:spcAft>
                <a:spcPts val="0"/>
              </a:spcAft>
              <a:buNone/>
            </a:pPr>
            <a:r>
              <a:t/>
            </a:r>
            <a:endParaRPr sz="2200">
              <a:solidFill>
                <a:srgbClr val="000000"/>
              </a:solidFill>
              <a:latin typeface="Arial"/>
              <a:ea typeface="Arial"/>
              <a:cs typeface="Arial"/>
              <a:sym typeface="Arial"/>
            </a:endParaRPr>
          </a:p>
          <a:p>
            <a:pPr indent="0" lvl="0" marL="0" rtl="0" algn="l">
              <a:lnSpc>
                <a:spcPct val="150000"/>
              </a:lnSpc>
              <a:spcBef>
                <a:spcPts val="1000"/>
              </a:spcBef>
              <a:spcAft>
                <a:spcPts val="0"/>
              </a:spcAft>
              <a:buNone/>
            </a:pPr>
            <a:r>
              <a:t/>
            </a:r>
            <a:endParaRPr sz="3900">
              <a:solidFill>
                <a:srgbClr val="000000"/>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p37"/>
          <p:cNvSpPr txBox="1"/>
          <p:nvPr>
            <p:ph type="title"/>
          </p:nvPr>
        </p:nvSpPr>
        <p:spPr>
          <a:xfrm>
            <a:off x="678909" y="370391"/>
            <a:ext cx="10834200" cy="612900"/>
          </a:xfrm>
          <a:prstGeom prst="rect">
            <a:avLst/>
          </a:prstGeom>
        </p:spPr>
        <p:txBody>
          <a:bodyPr anchorCtr="0" anchor="ctr" bIns="0" lIns="0" spcFirstLastPara="1" rIns="0" wrap="square" tIns="0">
            <a:normAutofit/>
          </a:bodyPr>
          <a:lstStyle/>
          <a:p>
            <a:pPr indent="0" lvl="0" marL="0" rtl="0" algn="l">
              <a:spcBef>
                <a:spcPts val="0"/>
              </a:spcBef>
              <a:spcAft>
                <a:spcPts val="0"/>
              </a:spcAft>
              <a:buNone/>
            </a:pPr>
            <a:r>
              <a:rPr lang="en-IN"/>
              <a:t>Automated Hardening Process:</a:t>
            </a:r>
            <a:endParaRPr/>
          </a:p>
        </p:txBody>
      </p:sp>
      <p:sp>
        <p:nvSpPr>
          <p:cNvPr id="210" name="Google Shape;210;p37"/>
          <p:cNvSpPr txBox="1"/>
          <p:nvPr>
            <p:ph idx="1" type="body"/>
          </p:nvPr>
        </p:nvSpPr>
        <p:spPr>
          <a:xfrm>
            <a:off x="678909" y="1348500"/>
            <a:ext cx="10834200" cy="4398000"/>
          </a:xfrm>
          <a:prstGeom prst="rect">
            <a:avLst/>
          </a:prstGeom>
        </p:spPr>
        <p:txBody>
          <a:bodyPr anchorCtr="0" anchor="t" bIns="45700" lIns="91425" spcFirstLastPara="1" rIns="91425" wrap="square" tIns="45700">
            <a:noAutofit/>
          </a:bodyPr>
          <a:lstStyle/>
          <a:p>
            <a:pPr indent="0" lvl="0" marL="0" rtl="0" algn="l">
              <a:lnSpc>
                <a:spcPct val="150000"/>
              </a:lnSpc>
              <a:spcBef>
                <a:spcPts val="1200"/>
              </a:spcBef>
              <a:spcAft>
                <a:spcPts val="0"/>
              </a:spcAft>
              <a:buNone/>
            </a:pPr>
            <a:r>
              <a:rPr b="1" lang="en-IN" sz="2300">
                <a:solidFill>
                  <a:srgbClr val="000000"/>
                </a:solidFill>
                <a:latin typeface="Roboto"/>
                <a:ea typeface="Roboto"/>
                <a:cs typeface="Roboto"/>
                <a:sym typeface="Roboto"/>
              </a:rPr>
              <a:t>Remediation Steps:</a:t>
            </a:r>
            <a:endParaRPr b="1" sz="2300">
              <a:solidFill>
                <a:srgbClr val="000000"/>
              </a:solidFill>
              <a:latin typeface="Roboto"/>
              <a:ea typeface="Roboto"/>
              <a:cs typeface="Roboto"/>
              <a:sym typeface="Roboto"/>
            </a:endParaRPr>
          </a:p>
          <a:p>
            <a:pPr indent="-374650" lvl="0" marL="457200" rtl="0" algn="l">
              <a:lnSpc>
                <a:spcPct val="150000"/>
              </a:lnSpc>
              <a:spcBef>
                <a:spcPts val="1200"/>
              </a:spcBef>
              <a:spcAft>
                <a:spcPts val="0"/>
              </a:spcAft>
              <a:buClr>
                <a:srgbClr val="000000"/>
              </a:buClr>
              <a:buSzPts val="2300"/>
              <a:buFont typeface="Roboto"/>
              <a:buAutoNum type="arabicPeriod"/>
            </a:pPr>
            <a:r>
              <a:rPr lang="en-IN" sz="2300">
                <a:solidFill>
                  <a:srgbClr val="000000"/>
                </a:solidFill>
                <a:latin typeface="Roboto"/>
                <a:ea typeface="Roboto"/>
                <a:cs typeface="Roboto"/>
                <a:sym typeface="Roboto"/>
              </a:rPr>
              <a:t>Static Analysis: Automated scan identifies exported components</a:t>
            </a:r>
            <a:endParaRPr sz="2300">
              <a:solidFill>
                <a:srgbClr val="000000"/>
              </a:solidFill>
              <a:latin typeface="Roboto"/>
              <a:ea typeface="Roboto"/>
              <a:cs typeface="Roboto"/>
              <a:sym typeface="Roboto"/>
            </a:endParaRPr>
          </a:p>
          <a:p>
            <a:pPr indent="-304800" lvl="0" marL="457200" rtl="0" algn="l">
              <a:lnSpc>
                <a:spcPct val="150000"/>
              </a:lnSpc>
              <a:spcBef>
                <a:spcPts val="0"/>
              </a:spcBef>
              <a:spcAft>
                <a:spcPts val="0"/>
              </a:spcAft>
              <a:buClr>
                <a:srgbClr val="000000"/>
              </a:buClr>
              <a:buSzPts val="1200"/>
              <a:buFont typeface="Roboto"/>
              <a:buAutoNum type="arabicPeriod"/>
            </a:pPr>
            <a:r>
              <a:rPr lang="en-IN" sz="2300">
                <a:solidFill>
                  <a:srgbClr val="000000"/>
                </a:solidFill>
                <a:latin typeface="Roboto"/>
                <a:ea typeface="Roboto"/>
                <a:cs typeface="Roboto"/>
                <a:sym typeface="Roboto"/>
              </a:rPr>
              <a:t>Manifest Patching: Sets </a:t>
            </a:r>
            <a:r>
              <a:rPr lang="en-IN" sz="2150">
                <a:solidFill>
                  <a:srgbClr val="000000"/>
                </a:solidFill>
                <a:latin typeface="Roboto Mono"/>
                <a:ea typeface="Roboto Mono"/>
                <a:cs typeface="Roboto Mono"/>
                <a:sym typeface="Roboto Mono"/>
              </a:rPr>
              <a:t>android:exported="false"</a:t>
            </a:r>
            <a:r>
              <a:rPr lang="en-IN" sz="2300">
                <a:solidFill>
                  <a:srgbClr val="000000"/>
                </a:solidFill>
                <a:latin typeface="Roboto"/>
                <a:ea typeface="Roboto"/>
                <a:cs typeface="Roboto"/>
                <a:sym typeface="Roboto"/>
              </a:rPr>
              <a:t> for vulnerable components</a:t>
            </a:r>
            <a:endParaRPr sz="2300">
              <a:solidFill>
                <a:srgbClr val="000000"/>
              </a:solidFill>
              <a:latin typeface="Roboto"/>
              <a:ea typeface="Roboto"/>
              <a:cs typeface="Roboto"/>
              <a:sym typeface="Roboto"/>
            </a:endParaRPr>
          </a:p>
          <a:p>
            <a:pPr indent="-304800" lvl="0" marL="457200" rtl="0" algn="l">
              <a:lnSpc>
                <a:spcPct val="150000"/>
              </a:lnSpc>
              <a:spcBef>
                <a:spcPts val="0"/>
              </a:spcBef>
              <a:spcAft>
                <a:spcPts val="0"/>
              </a:spcAft>
              <a:buClr>
                <a:srgbClr val="000000"/>
              </a:buClr>
              <a:buSzPts val="1200"/>
              <a:buFont typeface="Roboto"/>
              <a:buAutoNum type="arabicPeriod"/>
            </a:pPr>
            <a:r>
              <a:rPr lang="en-IN" sz="2300">
                <a:solidFill>
                  <a:srgbClr val="000000"/>
                </a:solidFill>
                <a:latin typeface="Roboto"/>
                <a:ea typeface="Roboto"/>
                <a:cs typeface="Roboto"/>
                <a:sym typeface="Roboto"/>
              </a:rPr>
              <a:t>Configuration Hardening: Sets </a:t>
            </a:r>
            <a:r>
              <a:rPr lang="en-IN" sz="2150">
                <a:solidFill>
                  <a:srgbClr val="000000"/>
                </a:solidFill>
                <a:latin typeface="Roboto Mono"/>
                <a:ea typeface="Roboto Mono"/>
                <a:cs typeface="Roboto Mono"/>
                <a:sym typeface="Roboto Mono"/>
              </a:rPr>
              <a:t>allowBackup="false"</a:t>
            </a:r>
            <a:r>
              <a:rPr lang="en-IN" sz="2300">
                <a:solidFill>
                  <a:srgbClr val="000000"/>
                </a:solidFill>
                <a:latin typeface="Roboto"/>
                <a:ea typeface="Roboto"/>
                <a:cs typeface="Roboto"/>
                <a:sym typeface="Roboto"/>
              </a:rPr>
              <a:t>, removes debuggable flag</a:t>
            </a:r>
            <a:endParaRPr sz="2300">
              <a:solidFill>
                <a:srgbClr val="000000"/>
              </a:solidFill>
              <a:latin typeface="Roboto"/>
              <a:ea typeface="Roboto"/>
              <a:cs typeface="Roboto"/>
              <a:sym typeface="Roboto"/>
            </a:endParaRPr>
          </a:p>
          <a:p>
            <a:pPr indent="-374650" lvl="0" marL="457200" rtl="0" algn="l">
              <a:lnSpc>
                <a:spcPct val="150000"/>
              </a:lnSpc>
              <a:spcBef>
                <a:spcPts val="0"/>
              </a:spcBef>
              <a:spcAft>
                <a:spcPts val="0"/>
              </a:spcAft>
              <a:buClr>
                <a:srgbClr val="000000"/>
              </a:buClr>
              <a:buSzPts val="2300"/>
              <a:buFont typeface="Roboto"/>
              <a:buAutoNum type="arabicPeriod"/>
            </a:pPr>
            <a:r>
              <a:rPr lang="en-IN" sz="2300">
                <a:solidFill>
                  <a:srgbClr val="000000"/>
                </a:solidFill>
                <a:latin typeface="Roboto"/>
                <a:ea typeface="Roboto"/>
                <a:cs typeface="Roboto"/>
                <a:sym typeface="Roboto"/>
              </a:rPr>
              <a:t>Rebuild &amp; Sign: Automated APK rebuilding with proper signing</a:t>
            </a:r>
            <a:endParaRPr sz="2300">
              <a:solidFill>
                <a:srgbClr val="000000"/>
              </a:solidFill>
              <a:latin typeface="Roboto"/>
              <a:ea typeface="Roboto"/>
              <a:cs typeface="Roboto"/>
              <a:sym typeface="Roboto"/>
            </a:endParaRPr>
          </a:p>
          <a:p>
            <a:pPr indent="-374650" lvl="0" marL="457200" rtl="0" algn="l">
              <a:lnSpc>
                <a:spcPct val="150000"/>
              </a:lnSpc>
              <a:spcBef>
                <a:spcPts val="0"/>
              </a:spcBef>
              <a:spcAft>
                <a:spcPts val="0"/>
              </a:spcAft>
              <a:buClr>
                <a:srgbClr val="000000"/>
              </a:buClr>
              <a:buSzPts val="2300"/>
              <a:buFont typeface="Roboto"/>
              <a:buAutoNum type="arabicPeriod"/>
            </a:pPr>
            <a:r>
              <a:rPr lang="en-IN" sz="2300">
                <a:solidFill>
                  <a:srgbClr val="000000"/>
                </a:solidFill>
                <a:latin typeface="Roboto"/>
                <a:ea typeface="Roboto"/>
                <a:cs typeface="Roboto"/>
                <a:sym typeface="Roboto"/>
              </a:rPr>
              <a:t>Verification: Re-scan confirms remediatio</a:t>
            </a:r>
            <a:r>
              <a:rPr lang="en-IN" sz="2300">
                <a:solidFill>
                  <a:srgbClr val="000000"/>
                </a:solidFill>
                <a:latin typeface="Roboto"/>
                <a:ea typeface="Roboto"/>
                <a:cs typeface="Roboto"/>
                <a:sym typeface="Roboto"/>
              </a:rPr>
              <a:t>n</a:t>
            </a:r>
            <a:endParaRPr sz="3900">
              <a:solidFill>
                <a:srgbClr val="000000"/>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5" name="Shape 215"/>
        <p:cNvGrpSpPr/>
        <p:nvPr/>
      </p:nvGrpSpPr>
      <p:grpSpPr>
        <a:xfrm>
          <a:off x="0" y="0"/>
          <a:ext cx="0" cy="0"/>
          <a:chOff x="0" y="0"/>
          <a:chExt cx="0" cy="0"/>
        </a:xfrm>
      </p:grpSpPr>
      <p:pic>
        <p:nvPicPr>
          <p:cNvPr id="216" name="Google Shape;216;p38" title="automated_patching.png"/>
          <p:cNvPicPr preferRelativeResize="0"/>
          <p:nvPr/>
        </p:nvPicPr>
        <p:blipFill rotWithShape="1">
          <a:blip r:embed="rId3">
            <a:alphaModFix/>
          </a:blip>
          <a:srcRect b="0" l="0" r="18837" t="0"/>
          <a:stretch/>
        </p:blipFill>
        <p:spPr>
          <a:xfrm>
            <a:off x="875525" y="945500"/>
            <a:ext cx="9647626" cy="3598675"/>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 name="Shape 221"/>
        <p:cNvGrpSpPr/>
        <p:nvPr/>
      </p:nvGrpSpPr>
      <p:grpSpPr>
        <a:xfrm>
          <a:off x="0" y="0"/>
          <a:ext cx="0" cy="0"/>
          <a:chOff x="0" y="0"/>
          <a:chExt cx="0" cy="0"/>
        </a:xfrm>
      </p:grpSpPr>
      <p:sp>
        <p:nvSpPr>
          <p:cNvPr id="222" name="Google Shape;222;p39"/>
          <p:cNvSpPr txBox="1"/>
          <p:nvPr>
            <p:ph type="title"/>
          </p:nvPr>
        </p:nvSpPr>
        <p:spPr>
          <a:xfrm>
            <a:off x="678909" y="277116"/>
            <a:ext cx="10834200" cy="612900"/>
          </a:xfrm>
          <a:prstGeom prst="rect">
            <a:avLst/>
          </a:prstGeom>
        </p:spPr>
        <p:txBody>
          <a:bodyPr anchorCtr="0" anchor="ctr" bIns="0" lIns="0" spcFirstLastPara="1" rIns="0" wrap="square" tIns="0">
            <a:normAutofit/>
          </a:bodyPr>
          <a:lstStyle/>
          <a:p>
            <a:pPr indent="0" lvl="0" marL="0" rtl="0" algn="l">
              <a:lnSpc>
                <a:spcPct val="150000"/>
              </a:lnSpc>
              <a:spcBef>
                <a:spcPts val="2400"/>
              </a:spcBef>
              <a:spcAft>
                <a:spcPts val="1200"/>
              </a:spcAft>
              <a:buNone/>
            </a:pPr>
            <a:r>
              <a:rPr lang="en-IN"/>
              <a:t>Results - After Hardening:</a:t>
            </a:r>
            <a:endParaRPr/>
          </a:p>
        </p:txBody>
      </p:sp>
      <p:sp>
        <p:nvSpPr>
          <p:cNvPr id="223" name="Google Shape;223;p39"/>
          <p:cNvSpPr txBox="1"/>
          <p:nvPr>
            <p:ph idx="1" type="body"/>
          </p:nvPr>
        </p:nvSpPr>
        <p:spPr>
          <a:xfrm>
            <a:off x="678909" y="1066725"/>
            <a:ext cx="10834200" cy="4398000"/>
          </a:xfrm>
          <a:prstGeom prst="rect">
            <a:avLst/>
          </a:prstGeom>
        </p:spPr>
        <p:txBody>
          <a:bodyPr anchorCtr="0" anchor="t" bIns="45700" lIns="91425" spcFirstLastPara="1" rIns="91425" wrap="square" tIns="45700">
            <a:noAutofit/>
          </a:bodyPr>
          <a:lstStyle/>
          <a:p>
            <a:pPr indent="0" lvl="0" marL="0" rtl="0" algn="l">
              <a:lnSpc>
                <a:spcPct val="150000"/>
              </a:lnSpc>
              <a:spcBef>
                <a:spcPts val="1200"/>
              </a:spcBef>
              <a:spcAft>
                <a:spcPts val="0"/>
              </a:spcAft>
              <a:buNone/>
            </a:pPr>
            <a:r>
              <a:rPr b="1" lang="en-IN" sz="2200">
                <a:solidFill>
                  <a:srgbClr val="000000"/>
                </a:solidFill>
                <a:latin typeface="Roboto"/>
                <a:ea typeface="Roboto"/>
                <a:cs typeface="Roboto"/>
                <a:sym typeface="Roboto"/>
              </a:rPr>
              <a:t>Before Hardening:</a:t>
            </a:r>
            <a:endParaRPr b="1" sz="2200">
              <a:solidFill>
                <a:srgbClr val="000000"/>
              </a:solidFill>
              <a:latin typeface="Roboto"/>
              <a:ea typeface="Roboto"/>
              <a:cs typeface="Roboto"/>
              <a:sym typeface="Roboto"/>
            </a:endParaRPr>
          </a:p>
          <a:p>
            <a:pPr indent="-368300" lvl="0" marL="457200" rtl="0" algn="l">
              <a:lnSpc>
                <a:spcPct val="150000"/>
              </a:lnSpc>
              <a:spcBef>
                <a:spcPts val="1200"/>
              </a:spcBef>
              <a:spcAft>
                <a:spcPts val="0"/>
              </a:spcAft>
              <a:buClr>
                <a:srgbClr val="000000"/>
              </a:buClr>
              <a:buSzPts val="2200"/>
              <a:buFont typeface="Roboto"/>
              <a:buChar char="●"/>
            </a:pPr>
            <a:r>
              <a:rPr lang="en-IN" sz="2200">
                <a:solidFill>
                  <a:srgbClr val="000000"/>
                </a:solidFill>
                <a:latin typeface="Roboto"/>
                <a:ea typeface="Roboto"/>
                <a:cs typeface="Roboto"/>
                <a:sym typeface="Roboto"/>
              </a:rPr>
              <a:t>6 exported components accessible externally</a:t>
            </a:r>
            <a:endParaRPr sz="2200">
              <a:solidFill>
                <a:srgbClr val="000000"/>
              </a:solidFill>
              <a:latin typeface="Roboto"/>
              <a:ea typeface="Roboto"/>
              <a:cs typeface="Roboto"/>
              <a:sym typeface="Roboto"/>
            </a:endParaRPr>
          </a:p>
          <a:p>
            <a:pPr indent="-368300" lvl="0" marL="457200" rtl="0" algn="l">
              <a:lnSpc>
                <a:spcPct val="150000"/>
              </a:lnSpc>
              <a:spcBef>
                <a:spcPts val="0"/>
              </a:spcBef>
              <a:spcAft>
                <a:spcPts val="0"/>
              </a:spcAft>
              <a:buClr>
                <a:srgbClr val="000000"/>
              </a:buClr>
              <a:buSzPts val="2200"/>
              <a:buFont typeface="Roboto"/>
              <a:buChar char="●"/>
            </a:pPr>
            <a:r>
              <a:rPr lang="en-IN" sz="2200">
                <a:solidFill>
                  <a:srgbClr val="000000"/>
                </a:solidFill>
                <a:latin typeface="Roboto"/>
                <a:ea typeface="Roboto"/>
                <a:cs typeface="Roboto"/>
                <a:sym typeface="Roboto"/>
              </a:rPr>
              <a:t>Backup enabled allowing data extraction</a:t>
            </a:r>
            <a:endParaRPr sz="2200">
              <a:solidFill>
                <a:srgbClr val="000000"/>
              </a:solidFill>
              <a:latin typeface="Roboto"/>
              <a:ea typeface="Roboto"/>
              <a:cs typeface="Roboto"/>
              <a:sym typeface="Roboto"/>
            </a:endParaRPr>
          </a:p>
          <a:p>
            <a:pPr indent="-368300" lvl="0" marL="457200" rtl="0" algn="l">
              <a:lnSpc>
                <a:spcPct val="150000"/>
              </a:lnSpc>
              <a:spcBef>
                <a:spcPts val="0"/>
              </a:spcBef>
              <a:spcAft>
                <a:spcPts val="0"/>
              </a:spcAft>
              <a:buClr>
                <a:srgbClr val="000000"/>
              </a:buClr>
              <a:buSzPts val="2200"/>
              <a:buFont typeface="Roboto"/>
              <a:buChar char="●"/>
            </a:pPr>
            <a:r>
              <a:rPr lang="en-IN" sz="2200">
                <a:solidFill>
                  <a:srgbClr val="000000"/>
                </a:solidFill>
                <a:latin typeface="Roboto"/>
                <a:ea typeface="Roboto"/>
                <a:cs typeface="Roboto"/>
                <a:sym typeface="Roboto"/>
              </a:rPr>
              <a:t>Debuggable in production</a:t>
            </a:r>
            <a:endParaRPr sz="2200">
              <a:solidFill>
                <a:srgbClr val="000000"/>
              </a:solidFill>
              <a:latin typeface="Roboto"/>
              <a:ea typeface="Roboto"/>
              <a:cs typeface="Roboto"/>
              <a:sym typeface="Roboto"/>
            </a:endParaRPr>
          </a:p>
          <a:p>
            <a:pPr indent="0" lvl="0" marL="0" rtl="0" algn="l">
              <a:lnSpc>
                <a:spcPct val="150000"/>
              </a:lnSpc>
              <a:spcBef>
                <a:spcPts val="1200"/>
              </a:spcBef>
              <a:spcAft>
                <a:spcPts val="0"/>
              </a:spcAft>
              <a:buNone/>
            </a:pPr>
            <a:r>
              <a:rPr b="1" lang="en-IN" sz="2200">
                <a:solidFill>
                  <a:srgbClr val="000000"/>
                </a:solidFill>
                <a:latin typeface="Roboto"/>
                <a:ea typeface="Roboto"/>
                <a:cs typeface="Roboto"/>
                <a:sym typeface="Roboto"/>
              </a:rPr>
              <a:t>After Hardening:</a:t>
            </a:r>
            <a:endParaRPr b="1" sz="2200">
              <a:solidFill>
                <a:srgbClr val="000000"/>
              </a:solidFill>
              <a:latin typeface="Roboto"/>
              <a:ea typeface="Roboto"/>
              <a:cs typeface="Roboto"/>
              <a:sym typeface="Roboto"/>
            </a:endParaRPr>
          </a:p>
          <a:p>
            <a:pPr indent="-304800" lvl="0" marL="457200" rtl="0" algn="l">
              <a:lnSpc>
                <a:spcPct val="150000"/>
              </a:lnSpc>
              <a:spcBef>
                <a:spcPts val="1200"/>
              </a:spcBef>
              <a:spcAft>
                <a:spcPts val="0"/>
              </a:spcAft>
              <a:buClr>
                <a:srgbClr val="000000"/>
              </a:buClr>
              <a:buSzPts val="1200"/>
              <a:buFont typeface="Roboto"/>
              <a:buChar char="●"/>
            </a:pPr>
            <a:r>
              <a:rPr lang="en-IN" sz="2200">
                <a:solidFill>
                  <a:srgbClr val="000000"/>
                </a:solidFill>
                <a:latin typeface="Roboto"/>
                <a:ea typeface="Roboto"/>
                <a:cs typeface="Roboto"/>
                <a:sym typeface="Roboto"/>
              </a:rPr>
              <a:t>All critical components secured with </a:t>
            </a:r>
            <a:r>
              <a:rPr lang="en-IN" sz="2050">
                <a:solidFill>
                  <a:srgbClr val="000000"/>
                </a:solidFill>
                <a:latin typeface="Roboto Mono"/>
                <a:ea typeface="Roboto Mono"/>
                <a:cs typeface="Roboto Mono"/>
                <a:sym typeface="Roboto Mono"/>
              </a:rPr>
              <a:t>exported="false"</a:t>
            </a:r>
            <a:endParaRPr sz="2050">
              <a:solidFill>
                <a:srgbClr val="000000"/>
              </a:solidFill>
              <a:latin typeface="Roboto Mono"/>
              <a:ea typeface="Roboto Mono"/>
              <a:cs typeface="Roboto Mono"/>
              <a:sym typeface="Roboto Mono"/>
            </a:endParaRPr>
          </a:p>
          <a:p>
            <a:pPr indent="-368300" lvl="0" marL="457200" rtl="0" algn="l">
              <a:lnSpc>
                <a:spcPct val="150000"/>
              </a:lnSpc>
              <a:spcBef>
                <a:spcPts val="0"/>
              </a:spcBef>
              <a:spcAft>
                <a:spcPts val="0"/>
              </a:spcAft>
              <a:buClr>
                <a:srgbClr val="000000"/>
              </a:buClr>
              <a:buSzPts val="2200"/>
              <a:buFont typeface="Roboto"/>
              <a:buChar char="●"/>
            </a:pPr>
            <a:r>
              <a:rPr lang="en-IN" sz="2200">
                <a:solidFill>
                  <a:srgbClr val="000000"/>
                </a:solidFill>
                <a:latin typeface="Roboto"/>
                <a:ea typeface="Roboto"/>
                <a:cs typeface="Roboto"/>
                <a:sym typeface="Roboto"/>
              </a:rPr>
              <a:t>Backup functionality disabled</a:t>
            </a:r>
            <a:endParaRPr sz="2200">
              <a:solidFill>
                <a:srgbClr val="000000"/>
              </a:solidFill>
              <a:latin typeface="Roboto"/>
              <a:ea typeface="Roboto"/>
              <a:cs typeface="Roboto"/>
              <a:sym typeface="Roboto"/>
            </a:endParaRPr>
          </a:p>
          <a:p>
            <a:pPr indent="-368300" lvl="0" marL="457200" rtl="0" algn="l">
              <a:lnSpc>
                <a:spcPct val="150000"/>
              </a:lnSpc>
              <a:spcBef>
                <a:spcPts val="0"/>
              </a:spcBef>
              <a:spcAft>
                <a:spcPts val="0"/>
              </a:spcAft>
              <a:buClr>
                <a:srgbClr val="000000"/>
              </a:buClr>
              <a:buSzPts val="2200"/>
              <a:buFont typeface="Roboto"/>
              <a:buChar char="●"/>
            </a:pPr>
            <a:r>
              <a:rPr lang="en-IN" sz="2200">
                <a:solidFill>
                  <a:srgbClr val="000000"/>
                </a:solidFill>
                <a:latin typeface="Roboto"/>
                <a:ea typeface="Roboto"/>
                <a:cs typeface="Roboto"/>
                <a:sym typeface="Roboto"/>
              </a:rPr>
              <a:t>Debug flag removed</a:t>
            </a:r>
            <a:endParaRPr sz="2200">
              <a:solidFill>
                <a:srgbClr val="000000"/>
              </a:solidFill>
              <a:latin typeface="Roboto"/>
              <a:ea typeface="Roboto"/>
              <a:cs typeface="Roboto"/>
              <a:sym typeface="Roboto"/>
            </a:endParaRPr>
          </a:p>
          <a:p>
            <a:pPr indent="-368300" lvl="0" marL="457200" rtl="0" algn="l">
              <a:lnSpc>
                <a:spcPct val="150000"/>
              </a:lnSpc>
              <a:spcBef>
                <a:spcPts val="0"/>
              </a:spcBef>
              <a:spcAft>
                <a:spcPts val="0"/>
              </a:spcAft>
              <a:buClr>
                <a:srgbClr val="000000"/>
              </a:buClr>
              <a:buSzPts val="2200"/>
              <a:buFont typeface="Roboto"/>
              <a:buChar char="●"/>
            </a:pPr>
            <a:r>
              <a:rPr lang="en-IN" sz="2200">
                <a:solidFill>
                  <a:srgbClr val="000000"/>
                </a:solidFill>
                <a:latin typeface="Roboto"/>
                <a:ea typeface="Roboto"/>
                <a:cs typeface="Roboto"/>
                <a:sym typeface="Roboto"/>
              </a:rPr>
              <a:t>Components return "Permission Denial" when accessed externally</a:t>
            </a:r>
            <a:endParaRPr sz="2200">
              <a:solidFill>
                <a:srgbClr val="000000"/>
              </a:solidFill>
              <a:latin typeface="Roboto"/>
              <a:ea typeface="Roboto"/>
              <a:cs typeface="Roboto"/>
              <a:sym typeface="Roboto"/>
            </a:endParaRPr>
          </a:p>
          <a:p>
            <a:pPr indent="0" lvl="0" marL="0" rtl="0" algn="l">
              <a:lnSpc>
                <a:spcPct val="150000"/>
              </a:lnSpc>
              <a:spcBef>
                <a:spcPts val="1200"/>
              </a:spcBef>
              <a:spcAft>
                <a:spcPts val="0"/>
              </a:spcAft>
              <a:buNone/>
            </a:pPr>
            <a:r>
              <a:t/>
            </a:r>
            <a:endParaRPr sz="3800">
              <a:solidFill>
                <a:srgbClr val="000000"/>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8" name="Shape 228"/>
        <p:cNvGrpSpPr/>
        <p:nvPr/>
      </p:nvGrpSpPr>
      <p:grpSpPr>
        <a:xfrm>
          <a:off x="0" y="0"/>
          <a:ext cx="0" cy="0"/>
          <a:chOff x="0" y="0"/>
          <a:chExt cx="0" cy="0"/>
        </a:xfrm>
      </p:grpSpPr>
      <p:pic>
        <p:nvPicPr>
          <p:cNvPr id="229" name="Google Shape;229;p40"/>
          <p:cNvPicPr preferRelativeResize="0"/>
          <p:nvPr/>
        </p:nvPicPr>
        <p:blipFill>
          <a:blip r:embed="rId3">
            <a:alphaModFix/>
          </a:blip>
          <a:stretch>
            <a:fillRect/>
          </a:stretch>
        </p:blipFill>
        <p:spPr>
          <a:xfrm>
            <a:off x="630713" y="875550"/>
            <a:ext cx="10930575" cy="3896151"/>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41"/>
          <p:cNvSpPr txBox="1"/>
          <p:nvPr>
            <p:ph type="title"/>
          </p:nvPr>
        </p:nvSpPr>
        <p:spPr>
          <a:xfrm>
            <a:off x="678884" y="463691"/>
            <a:ext cx="10834200" cy="612900"/>
          </a:xfrm>
          <a:prstGeom prst="rect">
            <a:avLst/>
          </a:prstGeom>
        </p:spPr>
        <p:txBody>
          <a:bodyPr anchorCtr="0" anchor="ctr" bIns="0" lIns="0" spcFirstLastPara="1" rIns="0" wrap="square" tIns="0">
            <a:normAutofit/>
          </a:bodyPr>
          <a:lstStyle/>
          <a:p>
            <a:pPr indent="0" lvl="0" marL="0" rtl="0" algn="l">
              <a:spcBef>
                <a:spcPts val="0"/>
              </a:spcBef>
              <a:spcAft>
                <a:spcPts val="0"/>
              </a:spcAft>
              <a:buNone/>
            </a:pPr>
            <a:r>
              <a:rPr lang="en-IN"/>
              <a:t>Security Impact &amp; Recommendations:</a:t>
            </a:r>
            <a:endParaRPr/>
          </a:p>
        </p:txBody>
      </p:sp>
      <p:sp>
        <p:nvSpPr>
          <p:cNvPr id="236" name="Google Shape;236;p41"/>
          <p:cNvSpPr txBox="1"/>
          <p:nvPr>
            <p:ph idx="1" type="body"/>
          </p:nvPr>
        </p:nvSpPr>
        <p:spPr>
          <a:xfrm>
            <a:off x="678884" y="1325175"/>
            <a:ext cx="10834200" cy="4398000"/>
          </a:xfrm>
          <a:prstGeom prst="rect">
            <a:avLst/>
          </a:prstGeom>
        </p:spPr>
        <p:txBody>
          <a:bodyPr anchorCtr="0" anchor="t" bIns="45700" lIns="91425" spcFirstLastPara="1" rIns="91425" wrap="square" tIns="45700">
            <a:noAutofit/>
          </a:bodyPr>
          <a:lstStyle/>
          <a:p>
            <a:pPr indent="0" lvl="0" marL="0" rtl="0" algn="l">
              <a:lnSpc>
                <a:spcPct val="130000"/>
              </a:lnSpc>
              <a:spcBef>
                <a:spcPts val="1200"/>
              </a:spcBef>
              <a:spcAft>
                <a:spcPts val="0"/>
              </a:spcAft>
              <a:buSzPts val="1018"/>
              <a:buNone/>
            </a:pPr>
            <a:r>
              <a:rPr lang="en-IN" sz="2257">
                <a:solidFill>
                  <a:srgbClr val="000000"/>
                </a:solidFill>
                <a:latin typeface="Roboto"/>
                <a:ea typeface="Roboto"/>
                <a:cs typeface="Roboto"/>
                <a:sym typeface="Roboto"/>
              </a:rPr>
              <a:t>I</a:t>
            </a:r>
            <a:r>
              <a:rPr b="1" lang="en-IN" sz="2257">
                <a:solidFill>
                  <a:srgbClr val="000000"/>
                </a:solidFill>
                <a:latin typeface="Roboto"/>
                <a:ea typeface="Roboto"/>
                <a:cs typeface="Roboto"/>
                <a:sym typeface="Roboto"/>
              </a:rPr>
              <a:t>mpact Assessment:</a:t>
            </a:r>
            <a:endParaRPr b="1" sz="2257">
              <a:solidFill>
                <a:srgbClr val="000000"/>
              </a:solidFill>
              <a:latin typeface="Roboto"/>
              <a:ea typeface="Roboto"/>
              <a:cs typeface="Roboto"/>
              <a:sym typeface="Roboto"/>
            </a:endParaRPr>
          </a:p>
          <a:p>
            <a:pPr indent="-371951" lvl="0" marL="457200" rtl="0" algn="l">
              <a:lnSpc>
                <a:spcPct val="130000"/>
              </a:lnSpc>
              <a:spcBef>
                <a:spcPts val="1200"/>
              </a:spcBef>
              <a:spcAft>
                <a:spcPts val="0"/>
              </a:spcAft>
              <a:buClr>
                <a:srgbClr val="000000"/>
              </a:buClr>
              <a:buSzPts val="2258"/>
              <a:buFont typeface="Roboto"/>
              <a:buChar char="●"/>
            </a:pPr>
            <a:r>
              <a:rPr lang="en-IN" sz="2257">
                <a:solidFill>
                  <a:srgbClr val="000000"/>
                </a:solidFill>
                <a:latin typeface="Roboto"/>
                <a:ea typeface="Roboto"/>
                <a:cs typeface="Roboto"/>
                <a:sym typeface="Roboto"/>
              </a:rPr>
              <a:t>Risk Reduction: Critical vulnerabilities remediated</a:t>
            </a:r>
            <a:endParaRPr sz="2257">
              <a:solidFill>
                <a:srgbClr val="000000"/>
              </a:solidFill>
              <a:latin typeface="Roboto"/>
              <a:ea typeface="Roboto"/>
              <a:cs typeface="Roboto"/>
              <a:sym typeface="Roboto"/>
            </a:endParaRPr>
          </a:p>
          <a:p>
            <a:pPr indent="-371951" lvl="0" marL="457200" rtl="0" algn="l">
              <a:lnSpc>
                <a:spcPct val="130000"/>
              </a:lnSpc>
              <a:spcBef>
                <a:spcPts val="0"/>
              </a:spcBef>
              <a:spcAft>
                <a:spcPts val="0"/>
              </a:spcAft>
              <a:buClr>
                <a:srgbClr val="000000"/>
              </a:buClr>
              <a:buSzPts val="2258"/>
              <a:buFont typeface="Roboto"/>
              <a:buChar char="●"/>
            </a:pPr>
            <a:r>
              <a:rPr lang="en-IN" sz="2257">
                <a:solidFill>
                  <a:srgbClr val="000000"/>
                </a:solidFill>
                <a:latin typeface="Roboto"/>
                <a:ea typeface="Roboto"/>
                <a:cs typeface="Roboto"/>
                <a:sym typeface="Roboto"/>
              </a:rPr>
              <a:t>Compliance: Meets Android security best practices</a:t>
            </a:r>
            <a:endParaRPr sz="2257">
              <a:solidFill>
                <a:srgbClr val="000000"/>
              </a:solidFill>
              <a:latin typeface="Roboto"/>
              <a:ea typeface="Roboto"/>
              <a:cs typeface="Roboto"/>
              <a:sym typeface="Roboto"/>
            </a:endParaRPr>
          </a:p>
          <a:p>
            <a:pPr indent="-371951" lvl="0" marL="457200" rtl="0" algn="l">
              <a:lnSpc>
                <a:spcPct val="130000"/>
              </a:lnSpc>
              <a:spcBef>
                <a:spcPts val="0"/>
              </a:spcBef>
              <a:spcAft>
                <a:spcPts val="0"/>
              </a:spcAft>
              <a:buClr>
                <a:srgbClr val="000000"/>
              </a:buClr>
              <a:buSzPts val="2258"/>
              <a:buFont typeface="Roboto"/>
              <a:buChar char="●"/>
            </a:pPr>
            <a:r>
              <a:rPr lang="en-IN" sz="2257">
                <a:solidFill>
                  <a:srgbClr val="000000"/>
                </a:solidFill>
                <a:latin typeface="Roboto"/>
                <a:ea typeface="Roboto"/>
                <a:cs typeface="Roboto"/>
                <a:sym typeface="Roboto"/>
              </a:rPr>
              <a:t>Automation: Repeatable pipeline for future assessments</a:t>
            </a:r>
            <a:endParaRPr sz="2257">
              <a:solidFill>
                <a:srgbClr val="000000"/>
              </a:solidFill>
              <a:latin typeface="Roboto"/>
              <a:ea typeface="Roboto"/>
              <a:cs typeface="Roboto"/>
              <a:sym typeface="Roboto"/>
            </a:endParaRPr>
          </a:p>
          <a:p>
            <a:pPr indent="0" lvl="0" marL="0" rtl="0" algn="l">
              <a:lnSpc>
                <a:spcPct val="130000"/>
              </a:lnSpc>
              <a:spcBef>
                <a:spcPts val="1200"/>
              </a:spcBef>
              <a:spcAft>
                <a:spcPts val="0"/>
              </a:spcAft>
              <a:buSzPts val="1018"/>
              <a:buNone/>
            </a:pPr>
            <a:r>
              <a:rPr b="1" lang="en-IN" sz="2257">
                <a:solidFill>
                  <a:srgbClr val="000000"/>
                </a:solidFill>
                <a:latin typeface="Roboto"/>
                <a:ea typeface="Roboto"/>
                <a:cs typeface="Roboto"/>
                <a:sym typeface="Roboto"/>
              </a:rPr>
              <a:t>Recommendations:</a:t>
            </a:r>
            <a:endParaRPr b="1" sz="2257">
              <a:solidFill>
                <a:srgbClr val="000000"/>
              </a:solidFill>
              <a:latin typeface="Roboto"/>
              <a:ea typeface="Roboto"/>
              <a:cs typeface="Roboto"/>
              <a:sym typeface="Roboto"/>
            </a:endParaRPr>
          </a:p>
          <a:p>
            <a:pPr indent="-371951" lvl="0" marL="457200" rtl="0" algn="l">
              <a:lnSpc>
                <a:spcPct val="130000"/>
              </a:lnSpc>
              <a:spcBef>
                <a:spcPts val="1200"/>
              </a:spcBef>
              <a:spcAft>
                <a:spcPts val="0"/>
              </a:spcAft>
              <a:buClr>
                <a:srgbClr val="000000"/>
              </a:buClr>
              <a:buSzPts val="2258"/>
              <a:buFont typeface="Roboto"/>
              <a:buAutoNum type="arabicPeriod"/>
            </a:pPr>
            <a:r>
              <a:rPr lang="en-IN" sz="2257">
                <a:solidFill>
                  <a:srgbClr val="000000"/>
                </a:solidFill>
                <a:latin typeface="Roboto"/>
                <a:ea typeface="Roboto"/>
                <a:cs typeface="Roboto"/>
                <a:sym typeface="Roboto"/>
              </a:rPr>
              <a:t>Implement this hardening pipeline in CI/CD workflows</a:t>
            </a:r>
            <a:endParaRPr sz="2257">
              <a:solidFill>
                <a:srgbClr val="000000"/>
              </a:solidFill>
              <a:latin typeface="Roboto"/>
              <a:ea typeface="Roboto"/>
              <a:cs typeface="Roboto"/>
              <a:sym typeface="Roboto"/>
            </a:endParaRPr>
          </a:p>
          <a:p>
            <a:pPr indent="-371951" lvl="0" marL="457200" rtl="0" algn="l">
              <a:lnSpc>
                <a:spcPct val="130000"/>
              </a:lnSpc>
              <a:spcBef>
                <a:spcPts val="0"/>
              </a:spcBef>
              <a:spcAft>
                <a:spcPts val="0"/>
              </a:spcAft>
              <a:buClr>
                <a:srgbClr val="000000"/>
              </a:buClr>
              <a:buSzPts val="2258"/>
              <a:buFont typeface="Roboto"/>
              <a:buAutoNum type="arabicPeriod"/>
            </a:pPr>
            <a:r>
              <a:rPr lang="en-IN" sz="2257">
                <a:solidFill>
                  <a:srgbClr val="000000"/>
                </a:solidFill>
                <a:latin typeface="Roboto"/>
                <a:ea typeface="Roboto"/>
                <a:cs typeface="Roboto"/>
                <a:sym typeface="Roboto"/>
              </a:rPr>
              <a:t>Regular security assessments for mobile applications</a:t>
            </a:r>
            <a:endParaRPr sz="2257">
              <a:solidFill>
                <a:srgbClr val="000000"/>
              </a:solidFill>
              <a:latin typeface="Roboto"/>
              <a:ea typeface="Roboto"/>
              <a:cs typeface="Roboto"/>
              <a:sym typeface="Roboto"/>
            </a:endParaRPr>
          </a:p>
          <a:p>
            <a:pPr indent="-371951" lvl="0" marL="457200" rtl="0" algn="l">
              <a:lnSpc>
                <a:spcPct val="130000"/>
              </a:lnSpc>
              <a:spcBef>
                <a:spcPts val="0"/>
              </a:spcBef>
              <a:spcAft>
                <a:spcPts val="0"/>
              </a:spcAft>
              <a:buClr>
                <a:srgbClr val="000000"/>
              </a:buClr>
              <a:buSzPts val="2258"/>
              <a:buFont typeface="Roboto"/>
              <a:buAutoNum type="arabicPeriod"/>
            </a:pPr>
            <a:r>
              <a:rPr lang="en-IN" sz="2257">
                <a:solidFill>
                  <a:srgbClr val="000000"/>
                </a:solidFill>
                <a:latin typeface="Roboto"/>
                <a:ea typeface="Roboto"/>
                <a:cs typeface="Roboto"/>
                <a:sym typeface="Roboto"/>
              </a:rPr>
              <a:t>Developer training on secure Android development</a:t>
            </a:r>
            <a:endParaRPr sz="2257">
              <a:solidFill>
                <a:srgbClr val="000000"/>
              </a:solidFill>
              <a:latin typeface="Roboto"/>
              <a:ea typeface="Roboto"/>
              <a:cs typeface="Roboto"/>
              <a:sym typeface="Roboto"/>
            </a:endParaRPr>
          </a:p>
          <a:p>
            <a:pPr indent="-371951" lvl="0" marL="457200" rtl="0" algn="l">
              <a:lnSpc>
                <a:spcPct val="130000"/>
              </a:lnSpc>
              <a:spcBef>
                <a:spcPts val="0"/>
              </a:spcBef>
              <a:spcAft>
                <a:spcPts val="0"/>
              </a:spcAft>
              <a:buClr>
                <a:srgbClr val="000000"/>
              </a:buClr>
              <a:buSzPts val="2258"/>
              <a:buFont typeface="Roboto"/>
              <a:buAutoNum type="arabicPeriod"/>
            </a:pPr>
            <a:r>
              <a:rPr lang="en-IN" sz="2257">
                <a:solidFill>
                  <a:srgbClr val="000000"/>
                </a:solidFill>
                <a:latin typeface="Roboto"/>
                <a:ea typeface="Roboto"/>
                <a:cs typeface="Roboto"/>
                <a:sym typeface="Roboto"/>
              </a:rPr>
              <a:t>Continuous monitoring for new vulnerabilities</a:t>
            </a:r>
            <a:endParaRPr sz="3737">
              <a:solidFill>
                <a:srgbClr val="000000"/>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42"/>
          <p:cNvSpPr txBox="1"/>
          <p:nvPr>
            <p:ph type="title"/>
          </p:nvPr>
        </p:nvSpPr>
        <p:spPr>
          <a:xfrm>
            <a:off x="678884" y="603666"/>
            <a:ext cx="10834200" cy="612900"/>
          </a:xfrm>
          <a:prstGeom prst="rect">
            <a:avLst/>
          </a:prstGeom>
        </p:spPr>
        <p:txBody>
          <a:bodyPr anchorCtr="0" anchor="ctr" bIns="0" lIns="0" spcFirstLastPara="1" rIns="0" wrap="square" tIns="0">
            <a:normAutofit/>
          </a:bodyPr>
          <a:lstStyle/>
          <a:p>
            <a:pPr indent="0" lvl="0" marL="0" rtl="0" algn="l">
              <a:spcBef>
                <a:spcPts val="0"/>
              </a:spcBef>
              <a:spcAft>
                <a:spcPts val="0"/>
              </a:spcAft>
              <a:buNone/>
            </a:pPr>
            <a:r>
              <a:rPr lang="en-IN"/>
              <a:t>Tools &amp; Commands Used:</a:t>
            </a:r>
            <a:endParaRPr/>
          </a:p>
        </p:txBody>
      </p:sp>
      <p:sp>
        <p:nvSpPr>
          <p:cNvPr id="243" name="Google Shape;243;p42"/>
          <p:cNvSpPr txBox="1"/>
          <p:nvPr>
            <p:ph idx="1" type="body"/>
          </p:nvPr>
        </p:nvSpPr>
        <p:spPr>
          <a:xfrm>
            <a:off x="678884" y="1535111"/>
            <a:ext cx="10834200" cy="4398000"/>
          </a:xfrm>
          <a:prstGeom prst="rect">
            <a:avLst/>
          </a:prstGeom>
        </p:spPr>
        <p:txBody>
          <a:bodyPr anchorCtr="0" anchor="t" bIns="45700" lIns="91425" spcFirstLastPara="1" rIns="91425" wrap="square" tIns="45700">
            <a:noAutofit/>
          </a:bodyPr>
          <a:lstStyle/>
          <a:p>
            <a:pPr indent="0" lvl="0" marL="0" rtl="0" algn="l">
              <a:lnSpc>
                <a:spcPct val="70000"/>
              </a:lnSpc>
              <a:spcBef>
                <a:spcPts val="1000"/>
              </a:spcBef>
              <a:spcAft>
                <a:spcPts val="0"/>
              </a:spcAft>
              <a:buSzPts val="852"/>
              <a:buNone/>
            </a:pPr>
            <a:r>
              <a:rPr lang="en-IN" sz="2470"/>
              <a:t># Static Analysis</a:t>
            </a:r>
            <a:endParaRPr sz="2470"/>
          </a:p>
          <a:p>
            <a:pPr indent="0" lvl="0" marL="0" rtl="0" algn="l">
              <a:lnSpc>
                <a:spcPct val="70000"/>
              </a:lnSpc>
              <a:spcBef>
                <a:spcPts val="1000"/>
              </a:spcBef>
              <a:spcAft>
                <a:spcPts val="0"/>
              </a:spcAft>
              <a:buSzPts val="852"/>
              <a:buNone/>
            </a:pPr>
            <a:r>
              <a:rPr lang="en-IN" sz="2470"/>
              <a:t>./scripts/static_scan.sh</a:t>
            </a:r>
            <a:endParaRPr sz="2470"/>
          </a:p>
          <a:p>
            <a:pPr indent="0" lvl="0" marL="0" rtl="0" algn="l">
              <a:lnSpc>
                <a:spcPct val="70000"/>
              </a:lnSpc>
              <a:spcBef>
                <a:spcPts val="1000"/>
              </a:spcBef>
              <a:spcAft>
                <a:spcPts val="0"/>
              </a:spcAft>
              <a:buSzPts val="852"/>
              <a:buNone/>
            </a:pPr>
            <a:r>
              <a:t/>
            </a:r>
            <a:endParaRPr sz="2470"/>
          </a:p>
          <a:p>
            <a:pPr indent="0" lvl="0" marL="0" rtl="0" algn="l">
              <a:lnSpc>
                <a:spcPct val="70000"/>
              </a:lnSpc>
              <a:spcBef>
                <a:spcPts val="1000"/>
              </a:spcBef>
              <a:spcAft>
                <a:spcPts val="0"/>
              </a:spcAft>
              <a:buSzPts val="852"/>
              <a:buNone/>
            </a:pPr>
            <a:r>
              <a:rPr lang="en-IN" sz="2470"/>
              <a:t># Component Testing</a:t>
            </a:r>
            <a:endParaRPr sz="2470"/>
          </a:p>
          <a:p>
            <a:pPr indent="0" lvl="0" marL="0" rtl="0" algn="l">
              <a:lnSpc>
                <a:spcPct val="70000"/>
              </a:lnSpc>
              <a:spcBef>
                <a:spcPts val="1000"/>
              </a:spcBef>
              <a:spcAft>
                <a:spcPts val="0"/>
              </a:spcAft>
              <a:buSzPts val="852"/>
              <a:buNone/>
            </a:pPr>
            <a:r>
              <a:rPr lang="en-IN" sz="2470"/>
              <a:t>adb shell am start -n com.android.insecurebankv2/.DoTransfer</a:t>
            </a:r>
            <a:endParaRPr sz="2470"/>
          </a:p>
          <a:p>
            <a:pPr indent="0" lvl="0" marL="0" rtl="0" algn="l">
              <a:lnSpc>
                <a:spcPct val="70000"/>
              </a:lnSpc>
              <a:spcBef>
                <a:spcPts val="1000"/>
              </a:spcBef>
              <a:spcAft>
                <a:spcPts val="0"/>
              </a:spcAft>
              <a:buSzPts val="852"/>
              <a:buNone/>
            </a:pPr>
            <a:r>
              <a:t/>
            </a:r>
            <a:endParaRPr sz="2470"/>
          </a:p>
          <a:p>
            <a:pPr indent="0" lvl="0" marL="0" rtl="0" algn="l">
              <a:lnSpc>
                <a:spcPct val="70000"/>
              </a:lnSpc>
              <a:spcBef>
                <a:spcPts val="1000"/>
              </a:spcBef>
              <a:spcAft>
                <a:spcPts val="0"/>
              </a:spcAft>
              <a:buSzPts val="852"/>
              <a:buNone/>
            </a:pPr>
            <a:r>
              <a:rPr lang="en-IN" sz="2470"/>
              <a:t># Automated Patching</a:t>
            </a:r>
            <a:endParaRPr sz="2470"/>
          </a:p>
          <a:p>
            <a:pPr indent="0" lvl="0" marL="0" rtl="0" algn="l">
              <a:lnSpc>
                <a:spcPct val="70000"/>
              </a:lnSpc>
              <a:spcBef>
                <a:spcPts val="1000"/>
              </a:spcBef>
              <a:spcAft>
                <a:spcPts val="0"/>
              </a:spcAft>
              <a:buSzPts val="852"/>
              <a:buNone/>
            </a:pPr>
            <a:r>
              <a:rPr lang="en-IN" sz="2470"/>
              <a:t>./scripts/patch_and_rebuild.s</a:t>
            </a:r>
            <a:r>
              <a:rPr lang="en-IN" sz="2470"/>
              <a:t>h</a:t>
            </a:r>
            <a:endParaRPr sz="2470"/>
          </a:p>
          <a:p>
            <a:pPr indent="0" lvl="0" marL="0" rtl="0" algn="l">
              <a:lnSpc>
                <a:spcPct val="70000"/>
              </a:lnSpc>
              <a:spcBef>
                <a:spcPts val="1000"/>
              </a:spcBef>
              <a:spcAft>
                <a:spcPts val="0"/>
              </a:spcAft>
              <a:buSzPts val="852"/>
              <a:buNone/>
            </a:pPr>
            <a:r>
              <a:t/>
            </a:r>
            <a:endParaRPr sz="2470"/>
          </a:p>
          <a:p>
            <a:pPr indent="0" lvl="0" marL="0" rtl="0" algn="l">
              <a:lnSpc>
                <a:spcPct val="70000"/>
              </a:lnSpc>
              <a:spcBef>
                <a:spcPts val="1000"/>
              </a:spcBef>
              <a:spcAft>
                <a:spcPts val="0"/>
              </a:spcAft>
              <a:buSzPts val="852"/>
              <a:buNone/>
            </a:pPr>
            <a:r>
              <a:rPr lang="en-IN" sz="2470"/>
              <a:t># Verification</a:t>
            </a:r>
            <a:endParaRPr sz="2470"/>
          </a:p>
          <a:p>
            <a:pPr indent="0" lvl="0" marL="0" rtl="0" algn="l">
              <a:lnSpc>
                <a:spcPct val="70000"/>
              </a:lnSpc>
              <a:spcBef>
                <a:spcPts val="1000"/>
              </a:spcBef>
              <a:spcAft>
                <a:spcPts val="0"/>
              </a:spcAft>
              <a:buSzPts val="852"/>
              <a:buNone/>
            </a:pPr>
            <a:r>
              <a:rPr lang="en-IN" sz="2470"/>
              <a:t>adb install -r artifacts/patch/rebuilt.apk</a:t>
            </a:r>
            <a:endParaRPr sz="2470"/>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8" name="Shape 248"/>
        <p:cNvGrpSpPr/>
        <p:nvPr/>
      </p:nvGrpSpPr>
      <p:grpSpPr>
        <a:xfrm>
          <a:off x="0" y="0"/>
          <a:ext cx="0" cy="0"/>
          <a:chOff x="0" y="0"/>
          <a:chExt cx="0" cy="0"/>
        </a:xfrm>
      </p:grpSpPr>
      <p:sp>
        <p:nvSpPr>
          <p:cNvPr id="249" name="Google Shape;249;p43"/>
          <p:cNvSpPr txBox="1"/>
          <p:nvPr>
            <p:ph type="title"/>
          </p:nvPr>
        </p:nvSpPr>
        <p:spPr>
          <a:xfrm>
            <a:off x="678909" y="393741"/>
            <a:ext cx="10834200" cy="612900"/>
          </a:xfrm>
          <a:prstGeom prst="rect">
            <a:avLst/>
          </a:prstGeom>
        </p:spPr>
        <p:txBody>
          <a:bodyPr anchorCtr="0" anchor="ctr" bIns="0" lIns="0" spcFirstLastPara="1" rIns="0" wrap="square" tIns="0">
            <a:normAutofit/>
          </a:bodyPr>
          <a:lstStyle/>
          <a:p>
            <a:pPr indent="0" lvl="0" marL="0" rtl="0" algn="l">
              <a:spcBef>
                <a:spcPts val="0"/>
              </a:spcBef>
              <a:spcAft>
                <a:spcPts val="0"/>
              </a:spcAft>
              <a:buNone/>
            </a:pPr>
            <a:r>
              <a:rPr lang="en-IN"/>
              <a:t>References &amp; Resources:</a:t>
            </a:r>
            <a:endParaRPr/>
          </a:p>
        </p:txBody>
      </p:sp>
      <p:sp>
        <p:nvSpPr>
          <p:cNvPr id="250" name="Google Shape;250;p43"/>
          <p:cNvSpPr txBox="1"/>
          <p:nvPr>
            <p:ph idx="1" type="body"/>
          </p:nvPr>
        </p:nvSpPr>
        <p:spPr>
          <a:xfrm>
            <a:off x="678909" y="1113375"/>
            <a:ext cx="10834200" cy="4398000"/>
          </a:xfrm>
          <a:prstGeom prst="rect">
            <a:avLst/>
          </a:prstGeom>
        </p:spPr>
        <p:txBody>
          <a:bodyPr anchorCtr="0" anchor="t" bIns="45700" lIns="91425" spcFirstLastPara="1" rIns="91425" wrap="square" tIns="45700">
            <a:noAutofit/>
          </a:bodyPr>
          <a:lstStyle/>
          <a:p>
            <a:pPr indent="0" lvl="0" marL="0" rtl="0" algn="l">
              <a:lnSpc>
                <a:spcPct val="150000"/>
              </a:lnSpc>
              <a:spcBef>
                <a:spcPts val="1200"/>
              </a:spcBef>
              <a:spcAft>
                <a:spcPts val="0"/>
              </a:spcAft>
              <a:buNone/>
            </a:pPr>
            <a:r>
              <a:rPr b="1" lang="en-IN" sz="2200">
                <a:solidFill>
                  <a:srgbClr val="000000"/>
                </a:solidFill>
                <a:latin typeface="Roboto"/>
                <a:ea typeface="Roboto"/>
                <a:cs typeface="Roboto"/>
                <a:sym typeface="Roboto"/>
              </a:rPr>
              <a:t>Tools Documentation:</a:t>
            </a:r>
            <a:endParaRPr b="1" sz="2200">
              <a:solidFill>
                <a:srgbClr val="000000"/>
              </a:solidFill>
              <a:latin typeface="Roboto"/>
              <a:ea typeface="Roboto"/>
              <a:cs typeface="Roboto"/>
              <a:sym typeface="Roboto"/>
            </a:endParaRPr>
          </a:p>
          <a:p>
            <a:pPr indent="-368300" lvl="0" marL="457200" rtl="0" algn="l">
              <a:lnSpc>
                <a:spcPct val="150000"/>
              </a:lnSpc>
              <a:spcBef>
                <a:spcPts val="1200"/>
              </a:spcBef>
              <a:spcAft>
                <a:spcPts val="0"/>
              </a:spcAft>
              <a:buClr>
                <a:srgbClr val="000000"/>
              </a:buClr>
              <a:buSzPts val="2200"/>
              <a:buFont typeface="Roboto"/>
              <a:buChar char="●"/>
            </a:pPr>
            <a:r>
              <a:rPr lang="en-IN" sz="2200">
                <a:solidFill>
                  <a:srgbClr val="000000"/>
                </a:solidFill>
                <a:uFill>
                  <a:noFill/>
                </a:uFill>
                <a:latin typeface="Roboto"/>
                <a:ea typeface="Roboto"/>
                <a:cs typeface="Roboto"/>
                <a:sym typeface="Roboto"/>
                <a:hlinkClick r:id="rId3">
                  <a:extLst>
                    <a:ext uri="{A12FA001-AC4F-418D-AE19-62706E023703}">
                      <ahyp:hlinkClr val="tx"/>
                    </a:ext>
                  </a:extLst>
                </a:hlinkClick>
              </a:rPr>
              <a:t>https://github.com/ArKosana/kosana-capstone-mobile-hardening</a:t>
            </a:r>
            <a:endParaRPr sz="2200">
              <a:solidFill>
                <a:srgbClr val="000000"/>
              </a:solidFill>
              <a:latin typeface="Roboto"/>
              <a:ea typeface="Roboto"/>
              <a:cs typeface="Roboto"/>
              <a:sym typeface="Roboto"/>
            </a:endParaRPr>
          </a:p>
          <a:p>
            <a:pPr indent="-368300" lvl="0" marL="457200" rtl="0" algn="l">
              <a:lnSpc>
                <a:spcPct val="150000"/>
              </a:lnSpc>
              <a:spcBef>
                <a:spcPts val="0"/>
              </a:spcBef>
              <a:spcAft>
                <a:spcPts val="0"/>
              </a:spcAft>
              <a:buClr>
                <a:srgbClr val="000000"/>
              </a:buClr>
              <a:buSzPts val="2200"/>
              <a:buFont typeface="Roboto"/>
              <a:buChar char="●"/>
            </a:pPr>
            <a:r>
              <a:rPr lang="en-IN" sz="2200">
                <a:solidFill>
                  <a:srgbClr val="000000"/>
                </a:solidFill>
                <a:uFill>
                  <a:noFill/>
                </a:uFill>
                <a:latin typeface="Roboto"/>
                <a:ea typeface="Roboto"/>
                <a:cs typeface="Roboto"/>
                <a:sym typeface="Roboto"/>
                <a:hlinkClick r:id="rId4">
                  <a:extLst>
                    <a:ext uri="{A12FA001-AC4F-418D-AE19-62706E023703}">
                      <ahyp:hlinkClr val="tx"/>
                    </a:ext>
                  </a:extLst>
                </a:hlinkClick>
              </a:rPr>
              <a:t>https://apktool.org/</a:t>
            </a:r>
            <a:endParaRPr sz="2200">
              <a:solidFill>
                <a:srgbClr val="000000"/>
              </a:solidFill>
              <a:latin typeface="Roboto"/>
              <a:ea typeface="Roboto"/>
              <a:cs typeface="Roboto"/>
              <a:sym typeface="Roboto"/>
            </a:endParaRPr>
          </a:p>
          <a:p>
            <a:pPr indent="-368300" lvl="0" marL="457200" rtl="0" algn="l">
              <a:lnSpc>
                <a:spcPct val="150000"/>
              </a:lnSpc>
              <a:spcBef>
                <a:spcPts val="0"/>
              </a:spcBef>
              <a:spcAft>
                <a:spcPts val="0"/>
              </a:spcAft>
              <a:buClr>
                <a:srgbClr val="000000"/>
              </a:buClr>
              <a:buSzPts val="2200"/>
              <a:buFont typeface="Roboto"/>
              <a:buChar char="●"/>
            </a:pPr>
            <a:r>
              <a:rPr lang="en-IN" sz="2200">
                <a:solidFill>
                  <a:srgbClr val="000000"/>
                </a:solidFill>
                <a:uFill>
                  <a:noFill/>
                </a:uFill>
                <a:latin typeface="Roboto"/>
                <a:ea typeface="Roboto"/>
                <a:cs typeface="Roboto"/>
                <a:sym typeface="Roboto"/>
                <a:hlinkClick r:id="rId5">
                  <a:extLst>
                    <a:ext uri="{A12FA001-AC4F-418D-AE19-62706E023703}">
                      <ahyp:hlinkClr val="tx"/>
                    </a:ext>
                  </a:extLst>
                </a:hlinkClick>
              </a:rPr>
              <a:t>https://github.com/skylot/jadx</a:t>
            </a:r>
            <a:endParaRPr sz="2200">
              <a:solidFill>
                <a:srgbClr val="000000"/>
              </a:solidFill>
              <a:latin typeface="Roboto"/>
              <a:ea typeface="Roboto"/>
              <a:cs typeface="Roboto"/>
              <a:sym typeface="Roboto"/>
            </a:endParaRPr>
          </a:p>
          <a:p>
            <a:pPr indent="-368300" lvl="0" marL="457200" rtl="0" algn="l">
              <a:lnSpc>
                <a:spcPct val="150000"/>
              </a:lnSpc>
              <a:spcBef>
                <a:spcPts val="0"/>
              </a:spcBef>
              <a:spcAft>
                <a:spcPts val="0"/>
              </a:spcAft>
              <a:buClr>
                <a:srgbClr val="000000"/>
              </a:buClr>
              <a:buSzPts val="2200"/>
              <a:buFont typeface="Roboto"/>
              <a:buChar char="●"/>
            </a:pPr>
            <a:r>
              <a:rPr lang="en-IN" sz="2200">
                <a:solidFill>
                  <a:srgbClr val="000000"/>
                </a:solidFill>
                <a:uFill>
                  <a:noFill/>
                </a:uFill>
                <a:latin typeface="Roboto"/>
                <a:ea typeface="Roboto"/>
                <a:cs typeface="Roboto"/>
                <a:sym typeface="Roboto"/>
                <a:hlinkClick r:id="rId6">
                  <a:extLst>
                    <a:ext uri="{A12FA001-AC4F-418D-AE19-62706E023703}">
                      <ahyp:hlinkClr val="tx"/>
                    </a:ext>
                  </a:extLst>
                </a:hlinkClick>
              </a:rPr>
              <a:t>https://frida.re/</a:t>
            </a:r>
            <a:endParaRPr sz="2200">
              <a:solidFill>
                <a:srgbClr val="000000"/>
              </a:solidFill>
              <a:latin typeface="Roboto"/>
              <a:ea typeface="Roboto"/>
              <a:cs typeface="Roboto"/>
              <a:sym typeface="Roboto"/>
            </a:endParaRPr>
          </a:p>
          <a:p>
            <a:pPr indent="0" lvl="0" marL="0" rtl="0" algn="l">
              <a:lnSpc>
                <a:spcPct val="150000"/>
              </a:lnSpc>
              <a:spcBef>
                <a:spcPts val="1200"/>
              </a:spcBef>
              <a:spcAft>
                <a:spcPts val="0"/>
              </a:spcAft>
              <a:buNone/>
            </a:pPr>
            <a:r>
              <a:rPr b="1" lang="en-IN" sz="2200">
                <a:solidFill>
                  <a:srgbClr val="000000"/>
                </a:solidFill>
                <a:latin typeface="Roboto"/>
                <a:ea typeface="Roboto"/>
                <a:cs typeface="Roboto"/>
                <a:sym typeface="Roboto"/>
              </a:rPr>
              <a:t>Learning Resources:</a:t>
            </a:r>
            <a:endParaRPr b="1" sz="2200">
              <a:solidFill>
                <a:srgbClr val="000000"/>
              </a:solidFill>
              <a:latin typeface="Roboto"/>
              <a:ea typeface="Roboto"/>
              <a:cs typeface="Roboto"/>
              <a:sym typeface="Roboto"/>
            </a:endParaRPr>
          </a:p>
          <a:p>
            <a:pPr indent="-368300" lvl="0" marL="457200" rtl="0" algn="l">
              <a:lnSpc>
                <a:spcPct val="150000"/>
              </a:lnSpc>
              <a:spcBef>
                <a:spcPts val="1200"/>
              </a:spcBef>
              <a:spcAft>
                <a:spcPts val="0"/>
              </a:spcAft>
              <a:buClr>
                <a:srgbClr val="000000"/>
              </a:buClr>
              <a:buSzPts val="2200"/>
              <a:buFont typeface="Roboto"/>
              <a:buChar char="●"/>
            </a:pPr>
            <a:r>
              <a:rPr lang="en-IN" sz="2200">
                <a:solidFill>
                  <a:srgbClr val="000000"/>
                </a:solidFill>
                <a:latin typeface="Roboto"/>
                <a:ea typeface="Roboto"/>
                <a:cs typeface="Roboto"/>
                <a:sym typeface="Roboto"/>
              </a:rPr>
              <a:t>OWASP Mobile Security Testing Guide</a:t>
            </a:r>
            <a:endParaRPr sz="2200">
              <a:solidFill>
                <a:srgbClr val="000000"/>
              </a:solidFill>
              <a:latin typeface="Roboto"/>
              <a:ea typeface="Roboto"/>
              <a:cs typeface="Roboto"/>
              <a:sym typeface="Roboto"/>
            </a:endParaRPr>
          </a:p>
          <a:p>
            <a:pPr indent="-368300" lvl="0" marL="457200" rtl="0" algn="l">
              <a:lnSpc>
                <a:spcPct val="150000"/>
              </a:lnSpc>
              <a:spcBef>
                <a:spcPts val="0"/>
              </a:spcBef>
              <a:spcAft>
                <a:spcPts val="0"/>
              </a:spcAft>
              <a:buClr>
                <a:srgbClr val="000000"/>
              </a:buClr>
              <a:buSzPts val="2200"/>
              <a:buFont typeface="Roboto"/>
              <a:buChar char="●"/>
            </a:pPr>
            <a:r>
              <a:rPr lang="en-IN" sz="2200">
                <a:solidFill>
                  <a:srgbClr val="000000"/>
                </a:solidFill>
                <a:latin typeface="Roboto"/>
                <a:ea typeface="Roboto"/>
                <a:cs typeface="Roboto"/>
                <a:sym typeface="Roboto"/>
              </a:rPr>
              <a:t>Android Developer Security Guidelines</a:t>
            </a:r>
            <a:endParaRPr sz="2200">
              <a:solidFill>
                <a:srgbClr val="000000"/>
              </a:solidFill>
              <a:latin typeface="Roboto"/>
              <a:ea typeface="Roboto"/>
              <a:cs typeface="Roboto"/>
              <a:sym typeface="Roboto"/>
            </a:endParaRPr>
          </a:p>
          <a:p>
            <a:pPr indent="-368300" lvl="0" marL="457200" rtl="0" algn="l">
              <a:lnSpc>
                <a:spcPct val="150000"/>
              </a:lnSpc>
              <a:spcBef>
                <a:spcPts val="0"/>
              </a:spcBef>
              <a:spcAft>
                <a:spcPts val="0"/>
              </a:spcAft>
              <a:buClr>
                <a:srgbClr val="000000"/>
              </a:buClr>
              <a:buSzPts val="2200"/>
              <a:buFont typeface="Roboto"/>
              <a:buChar char="●"/>
            </a:pPr>
            <a:r>
              <a:rPr lang="en-IN" sz="2200">
                <a:solidFill>
                  <a:srgbClr val="000000"/>
                </a:solidFill>
                <a:latin typeface="Roboto"/>
                <a:ea typeface="Roboto"/>
                <a:cs typeface="Roboto"/>
                <a:sym typeface="Roboto"/>
              </a:rPr>
              <a:t>Mobile App Pentesting Frameworks</a:t>
            </a:r>
            <a:endParaRPr sz="2200">
              <a:solidFill>
                <a:srgbClr val="000000"/>
              </a:solidFill>
              <a:latin typeface="Roboto"/>
              <a:ea typeface="Roboto"/>
              <a:cs typeface="Roboto"/>
              <a:sym typeface="Roboto"/>
            </a:endParaRPr>
          </a:p>
          <a:p>
            <a:pPr indent="0" lvl="0" marL="0" rtl="0" algn="l">
              <a:lnSpc>
                <a:spcPct val="150000"/>
              </a:lnSpc>
              <a:spcBef>
                <a:spcPts val="1200"/>
              </a:spcBef>
              <a:spcAft>
                <a:spcPts val="0"/>
              </a:spcAft>
              <a:buNone/>
            </a:pPr>
            <a:r>
              <a:t/>
            </a:r>
            <a:endParaRPr sz="3800">
              <a:solidFill>
                <a:srgbClr val="000000"/>
              </a:solidFill>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5" name="Shape 255"/>
        <p:cNvGrpSpPr/>
        <p:nvPr/>
      </p:nvGrpSpPr>
      <p:grpSpPr>
        <a:xfrm>
          <a:off x="0" y="0"/>
          <a:ext cx="0" cy="0"/>
          <a:chOff x="0" y="0"/>
          <a:chExt cx="0" cy="0"/>
        </a:xfrm>
      </p:grpSpPr>
      <p:sp>
        <p:nvSpPr>
          <p:cNvPr id="256" name="Google Shape;256;p44"/>
          <p:cNvSpPr txBox="1"/>
          <p:nvPr>
            <p:ph type="title"/>
          </p:nvPr>
        </p:nvSpPr>
        <p:spPr>
          <a:xfrm>
            <a:off x="678909" y="1046866"/>
            <a:ext cx="10834200" cy="612900"/>
          </a:xfrm>
          <a:prstGeom prst="rect">
            <a:avLst/>
          </a:prstGeom>
        </p:spPr>
        <p:txBody>
          <a:bodyPr anchorCtr="0" anchor="ctr" bIns="0" lIns="0" spcFirstLastPara="1" rIns="0" wrap="square" tIns="0">
            <a:normAutofit/>
          </a:bodyPr>
          <a:lstStyle/>
          <a:p>
            <a:pPr indent="0" lvl="0" marL="0" rtl="0" algn="ctr">
              <a:spcBef>
                <a:spcPts val="0"/>
              </a:spcBef>
              <a:spcAft>
                <a:spcPts val="0"/>
              </a:spcAft>
              <a:buNone/>
            </a:pPr>
            <a:r>
              <a:rPr lang="en-IN"/>
              <a:t>Questions &amp; Thank You</a:t>
            </a:r>
            <a:endParaRPr/>
          </a:p>
        </p:txBody>
      </p:sp>
      <p:sp>
        <p:nvSpPr>
          <p:cNvPr id="257" name="Google Shape;257;p44"/>
          <p:cNvSpPr txBox="1"/>
          <p:nvPr>
            <p:ph idx="1" type="body"/>
          </p:nvPr>
        </p:nvSpPr>
        <p:spPr>
          <a:xfrm>
            <a:off x="678909" y="2669925"/>
            <a:ext cx="10834200" cy="4398000"/>
          </a:xfrm>
          <a:prstGeom prst="rect">
            <a:avLst/>
          </a:prstGeom>
        </p:spPr>
        <p:txBody>
          <a:bodyPr anchorCtr="0" anchor="t" bIns="45700" lIns="91425" spcFirstLastPara="1" rIns="91425" wrap="square" tIns="45700">
            <a:normAutofit/>
          </a:bodyPr>
          <a:lstStyle/>
          <a:p>
            <a:pPr indent="0" lvl="0" marL="0" marR="0" rtl="0" algn="ctr">
              <a:lnSpc>
                <a:spcPct val="115000"/>
              </a:lnSpc>
              <a:spcBef>
                <a:spcPts val="1200"/>
              </a:spcBef>
              <a:spcAft>
                <a:spcPts val="0"/>
              </a:spcAft>
              <a:buNone/>
            </a:pPr>
            <a:r>
              <a:rPr b="1" lang="en-IN" sz="2500">
                <a:solidFill>
                  <a:srgbClr val="000000"/>
                </a:solidFill>
                <a:latin typeface="Roboto"/>
                <a:ea typeface="Roboto"/>
                <a:cs typeface="Roboto"/>
                <a:sym typeface="Roboto"/>
              </a:rPr>
              <a:t>Contact Information:</a:t>
            </a:r>
            <a:br>
              <a:rPr b="1" lang="en-IN" sz="2500">
                <a:solidFill>
                  <a:srgbClr val="000000"/>
                </a:solidFill>
                <a:latin typeface="Roboto"/>
                <a:ea typeface="Roboto"/>
                <a:cs typeface="Roboto"/>
                <a:sym typeface="Roboto"/>
              </a:rPr>
            </a:br>
            <a:r>
              <a:rPr b="1" lang="en-IN" sz="2500">
                <a:solidFill>
                  <a:srgbClr val="000000"/>
                </a:solidFill>
                <a:latin typeface="Roboto"/>
                <a:ea typeface="Roboto"/>
                <a:cs typeface="Roboto"/>
                <a:sym typeface="Roboto"/>
              </a:rPr>
              <a:t>Kosana Ankamma Rao</a:t>
            </a:r>
            <a:br>
              <a:rPr b="1" lang="en-IN" sz="2500">
                <a:solidFill>
                  <a:srgbClr val="000000"/>
                </a:solidFill>
                <a:latin typeface="Roboto"/>
                <a:ea typeface="Roboto"/>
                <a:cs typeface="Roboto"/>
                <a:sym typeface="Roboto"/>
              </a:rPr>
            </a:br>
            <a:r>
              <a:rPr b="1" lang="en-IN" sz="2500">
                <a:solidFill>
                  <a:srgbClr val="000000"/>
                </a:solidFill>
                <a:latin typeface="Roboto"/>
                <a:ea typeface="Roboto"/>
                <a:cs typeface="Roboto"/>
                <a:sym typeface="Roboto"/>
              </a:rPr>
              <a:t>kosana.ar@gmail.com</a:t>
            </a:r>
            <a:br>
              <a:rPr b="1" lang="en-IN" sz="2500">
                <a:solidFill>
                  <a:srgbClr val="000000"/>
                </a:solidFill>
                <a:latin typeface="Roboto"/>
                <a:ea typeface="Roboto"/>
                <a:cs typeface="Roboto"/>
                <a:sym typeface="Roboto"/>
              </a:rPr>
            </a:br>
            <a:r>
              <a:rPr b="1" lang="en-IN" sz="2500">
                <a:solidFill>
                  <a:srgbClr val="000000"/>
                </a:solidFill>
                <a:latin typeface="Roboto"/>
                <a:ea typeface="Roboto"/>
                <a:cs typeface="Roboto"/>
                <a:sym typeface="Roboto"/>
              </a:rPr>
              <a:t>GitHub: </a:t>
            </a:r>
            <a:r>
              <a:rPr b="1" lang="en-IN" sz="2500">
                <a:solidFill>
                  <a:srgbClr val="000000"/>
                </a:solidFill>
                <a:uFill>
                  <a:noFill/>
                </a:uFill>
                <a:latin typeface="Roboto"/>
                <a:ea typeface="Roboto"/>
                <a:cs typeface="Roboto"/>
                <a:sym typeface="Roboto"/>
                <a:hlinkClick r:id="rId3">
                  <a:extLst>
                    <a:ext uri="{A12FA001-AC4F-418D-AE19-62706E023703}">
                      <ahyp:hlinkClr val="tx"/>
                    </a:ext>
                  </a:extLst>
                </a:hlinkClick>
              </a:rPr>
              <a:t>github.com/ArKosana/kosana-capstone-mobile-hardening</a:t>
            </a:r>
            <a:endParaRPr b="1" sz="2500">
              <a:solidFill>
                <a:srgbClr val="000000"/>
              </a:solidFill>
              <a:latin typeface="Roboto"/>
              <a:ea typeface="Roboto"/>
              <a:cs typeface="Roboto"/>
              <a:sym typeface="Roboto"/>
            </a:endParaRPr>
          </a:p>
          <a:p>
            <a:pPr indent="0" lvl="0" marL="0" rtl="0" algn="ctr">
              <a:lnSpc>
                <a:spcPct val="115000"/>
              </a:lnSpc>
              <a:spcBef>
                <a:spcPts val="1200"/>
              </a:spcBef>
              <a:spcAft>
                <a:spcPts val="0"/>
              </a:spcAft>
              <a:buNone/>
            </a:pPr>
            <a:r>
              <a:rPr b="1" lang="en-IN" sz="2500">
                <a:solidFill>
                  <a:srgbClr val="000000"/>
                </a:solidFill>
                <a:latin typeface="Roboto"/>
                <a:ea typeface="Roboto"/>
                <a:cs typeface="Roboto"/>
                <a:sym typeface="Roboto"/>
              </a:rPr>
              <a:t>Thank You!</a:t>
            </a:r>
            <a:endParaRPr b="1" sz="2500">
              <a:solidFill>
                <a:srgbClr val="000000"/>
              </a:solidFill>
              <a:latin typeface="Roboto"/>
              <a:ea typeface="Roboto"/>
              <a:cs typeface="Roboto"/>
              <a:sym typeface="Roboto"/>
            </a:endParaRPr>
          </a:p>
          <a:p>
            <a:pPr indent="0" lvl="0" marL="0" rtl="0" algn="ctr">
              <a:spcBef>
                <a:spcPts val="1200"/>
              </a:spcBef>
              <a:spcAft>
                <a:spcPts val="0"/>
              </a:spcAft>
              <a:buNone/>
            </a:pPr>
            <a:r>
              <a:t/>
            </a:r>
            <a:endParaRPr b="1" sz="4100">
              <a:solidFill>
                <a:srgbClr val="000000"/>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BIA Template">
  <a:themeElements>
    <a:clrScheme name="Custom 4">
      <a:dk1>
        <a:srgbClr val="161A3E"/>
      </a:dk1>
      <a:lt1>
        <a:srgbClr val="FFFFFF"/>
      </a:lt1>
      <a:dk2>
        <a:srgbClr val="44546A"/>
      </a:dk2>
      <a:lt2>
        <a:srgbClr val="E7E6E6"/>
      </a:lt2>
      <a:accent1>
        <a:srgbClr val="4472C4"/>
      </a:accent1>
      <a:accent2>
        <a:srgbClr val="ED7D31"/>
      </a:accent2>
      <a:accent3>
        <a:srgbClr val="44546A"/>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